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C7FDC3-1718-44BE-8CE6-0E9D8D15DFCD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7D34F13-8352-4786-B054-3154A8B5C7CD}">
      <dgm:prSet/>
      <dgm:spPr/>
      <dgm:t>
        <a:bodyPr/>
        <a:lstStyle/>
        <a:p>
          <a:r>
            <a:rPr lang="en-US"/>
            <a:t>IoT devices are widely used in industries (healthcare, manufacturing, smart systems)</a:t>
          </a:r>
        </a:p>
      </dgm:t>
    </dgm:pt>
    <dgm:pt modelId="{98A081D3-99AE-4D53-9709-9EF973384300}" type="parTrans" cxnId="{4C397BDD-942E-4CD9-9365-9D51D48A6D73}">
      <dgm:prSet/>
      <dgm:spPr/>
      <dgm:t>
        <a:bodyPr/>
        <a:lstStyle/>
        <a:p>
          <a:endParaRPr lang="en-US"/>
        </a:p>
      </dgm:t>
    </dgm:pt>
    <dgm:pt modelId="{C252FE47-D366-4BE8-9872-7217B90D2D42}" type="sibTrans" cxnId="{4C397BDD-942E-4CD9-9365-9D51D48A6D73}">
      <dgm:prSet/>
      <dgm:spPr/>
      <dgm:t>
        <a:bodyPr/>
        <a:lstStyle/>
        <a:p>
          <a:endParaRPr lang="en-US"/>
        </a:p>
      </dgm:t>
    </dgm:pt>
    <dgm:pt modelId="{3E1AF25B-9ED6-4B3E-90C0-BBA0A496EC74}">
      <dgm:prSet/>
      <dgm:spPr/>
      <dgm:t>
        <a:bodyPr/>
        <a:lstStyle/>
        <a:p>
          <a:r>
            <a:rPr lang="en-US"/>
            <a:t>These devices have limited security and monitoring</a:t>
          </a:r>
        </a:p>
      </dgm:t>
    </dgm:pt>
    <dgm:pt modelId="{B0F2E27C-3CEB-4DB5-9736-999068B40C2E}" type="parTrans" cxnId="{68A26575-D190-4876-AA79-5358621F0B28}">
      <dgm:prSet/>
      <dgm:spPr/>
      <dgm:t>
        <a:bodyPr/>
        <a:lstStyle/>
        <a:p>
          <a:endParaRPr lang="en-US"/>
        </a:p>
      </dgm:t>
    </dgm:pt>
    <dgm:pt modelId="{E1EFF4CE-75F0-44DF-BCC2-B50FE50172EB}" type="sibTrans" cxnId="{68A26575-D190-4876-AA79-5358621F0B28}">
      <dgm:prSet/>
      <dgm:spPr/>
      <dgm:t>
        <a:bodyPr/>
        <a:lstStyle/>
        <a:p>
          <a:endParaRPr lang="en-US"/>
        </a:p>
      </dgm:t>
    </dgm:pt>
    <dgm:pt modelId="{95230CA6-4005-456B-AF48-A747EC707EA7}">
      <dgm:prSet/>
      <dgm:spPr/>
      <dgm:t>
        <a:bodyPr/>
        <a:lstStyle/>
        <a:p>
          <a:r>
            <a:rPr lang="en-US"/>
            <a:t>Existing systems: Generate high false alerts</a:t>
          </a:r>
        </a:p>
      </dgm:t>
    </dgm:pt>
    <dgm:pt modelId="{005312C9-8530-450E-85C0-F7C4D342E8B9}" type="parTrans" cxnId="{33BC3773-76F3-45F3-A207-2F3BFDC61CE9}">
      <dgm:prSet/>
      <dgm:spPr/>
      <dgm:t>
        <a:bodyPr/>
        <a:lstStyle/>
        <a:p>
          <a:endParaRPr lang="en-US"/>
        </a:p>
      </dgm:t>
    </dgm:pt>
    <dgm:pt modelId="{EE8B3A15-AF15-4203-BE87-3660CC33F720}" type="sibTrans" cxnId="{33BC3773-76F3-45F3-A207-2F3BFDC61CE9}">
      <dgm:prSet/>
      <dgm:spPr/>
      <dgm:t>
        <a:bodyPr/>
        <a:lstStyle/>
        <a:p>
          <a:endParaRPr lang="en-US"/>
        </a:p>
      </dgm:t>
    </dgm:pt>
    <dgm:pt modelId="{324FF5ED-6228-4DCE-BEE9-EBB6FC0662A5}">
      <dgm:prSet/>
      <dgm:spPr/>
      <dgm:t>
        <a:bodyPr/>
        <a:lstStyle/>
        <a:p>
          <a:r>
            <a:rPr lang="en-US"/>
            <a:t>Do not explain risks clearly</a:t>
          </a:r>
        </a:p>
      </dgm:t>
    </dgm:pt>
    <dgm:pt modelId="{B3A0E49A-2802-42A8-B19E-027128154FFC}" type="parTrans" cxnId="{9E6D912F-3A09-4608-A0E8-2059E2AF0012}">
      <dgm:prSet/>
      <dgm:spPr/>
      <dgm:t>
        <a:bodyPr/>
        <a:lstStyle/>
        <a:p>
          <a:endParaRPr lang="en-US"/>
        </a:p>
      </dgm:t>
    </dgm:pt>
    <dgm:pt modelId="{02612FD9-B902-41AE-93BA-FEE6E6491560}" type="sibTrans" cxnId="{9E6D912F-3A09-4608-A0E8-2059E2AF0012}">
      <dgm:prSet/>
      <dgm:spPr/>
      <dgm:t>
        <a:bodyPr/>
        <a:lstStyle/>
        <a:p>
          <a:endParaRPr lang="en-US"/>
        </a:p>
      </dgm:t>
    </dgm:pt>
    <dgm:pt modelId="{E76123CE-3573-44EB-8C13-9A5288045104}">
      <dgm:prSet/>
      <dgm:spPr/>
      <dgm:t>
        <a:bodyPr/>
        <a:lstStyle/>
        <a:p>
          <a:r>
            <a:rPr lang="en-US"/>
            <a:t>Major Issue: Cannot detect behavioral drift (slow changes in device behavior)</a:t>
          </a:r>
        </a:p>
      </dgm:t>
    </dgm:pt>
    <dgm:pt modelId="{44191B30-2895-4DC7-907C-59D457642AC4}" type="parTrans" cxnId="{815F8FB0-ED51-47FC-A97E-31BA89DDB74C}">
      <dgm:prSet/>
      <dgm:spPr/>
      <dgm:t>
        <a:bodyPr/>
        <a:lstStyle/>
        <a:p>
          <a:endParaRPr lang="en-US"/>
        </a:p>
      </dgm:t>
    </dgm:pt>
    <dgm:pt modelId="{79517B8F-A116-418D-A630-ED9A5CE792D9}" type="sibTrans" cxnId="{815F8FB0-ED51-47FC-A97E-31BA89DDB74C}">
      <dgm:prSet/>
      <dgm:spPr/>
      <dgm:t>
        <a:bodyPr/>
        <a:lstStyle/>
        <a:p>
          <a:endParaRPr lang="en-US"/>
        </a:p>
      </dgm:t>
    </dgm:pt>
    <dgm:pt modelId="{6AF6EA6D-34E6-4479-8622-1E78A7658CE3}" type="pres">
      <dgm:prSet presAssocID="{AEC7FDC3-1718-44BE-8CE6-0E9D8D15DFCD}" presName="linear" presStyleCnt="0">
        <dgm:presLayoutVars>
          <dgm:animLvl val="lvl"/>
          <dgm:resizeHandles val="exact"/>
        </dgm:presLayoutVars>
      </dgm:prSet>
      <dgm:spPr/>
    </dgm:pt>
    <dgm:pt modelId="{422A952B-29C4-4617-8FF3-4CCDE0929AE2}" type="pres">
      <dgm:prSet presAssocID="{B7D34F13-8352-4786-B054-3154A8B5C7C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5737FE0-71BD-4CB9-9ABC-0883AD5D09CF}" type="pres">
      <dgm:prSet presAssocID="{C252FE47-D366-4BE8-9872-7217B90D2D42}" presName="spacer" presStyleCnt="0"/>
      <dgm:spPr/>
    </dgm:pt>
    <dgm:pt modelId="{073262F3-9B53-45DB-88FC-8B634C5DF04C}" type="pres">
      <dgm:prSet presAssocID="{3E1AF25B-9ED6-4B3E-90C0-BBA0A496EC7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AA974FC-A19E-4068-BABB-06A483B11698}" type="pres">
      <dgm:prSet presAssocID="{E1EFF4CE-75F0-44DF-BCC2-B50FE50172EB}" presName="spacer" presStyleCnt="0"/>
      <dgm:spPr/>
    </dgm:pt>
    <dgm:pt modelId="{27BBE441-F358-44F0-B8D8-BF4B7D1DDCB5}" type="pres">
      <dgm:prSet presAssocID="{95230CA6-4005-456B-AF48-A747EC707E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0799D70-C7BA-4186-BC4B-5E576E82C8BB}" type="pres">
      <dgm:prSet presAssocID="{EE8B3A15-AF15-4203-BE87-3660CC33F720}" presName="spacer" presStyleCnt="0"/>
      <dgm:spPr/>
    </dgm:pt>
    <dgm:pt modelId="{7BA28041-195F-4E77-B08E-80F4D2EAFECD}" type="pres">
      <dgm:prSet presAssocID="{324FF5ED-6228-4DCE-BEE9-EBB6FC0662A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67443DE-6E2E-46F2-B027-37A937D222B2}" type="pres">
      <dgm:prSet presAssocID="{02612FD9-B902-41AE-93BA-FEE6E6491560}" presName="spacer" presStyleCnt="0"/>
      <dgm:spPr/>
    </dgm:pt>
    <dgm:pt modelId="{FE5A8202-CA93-452B-B10E-E974E10A87D7}" type="pres">
      <dgm:prSet presAssocID="{E76123CE-3573-44EB-8C13-9A528804510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B975D1D-AC02-4611-BB41-9D2EBFA805D8}" type="presOf" srcId="{B7D34F13-8352-4786-B054-3154A8B5C7CD}" destId="{422A952B-29C4-4617-8FF3-4CCDE0929AE2}" srcOrd="0" destOrd="0" presId="urn:microsoft.com/office/officeart/2005/8/layout/vList2"/>
    <dgm:cxn modelId="{0FF3C528-E577-408F-A3E3-F61BEFE294DC}" type="presOf" srcId="{324FF5ED-6228-4DCE-BEE9-EBB6FC0662A5}" destId="{7BA28041-195F-4E77-B08E-80F4D2EAFECD}" srcOrd="0" destOrd="0" presId="urn:microsoft.com/office/officeart/2005/8/layout/vList2"/>
    <dgm:cxn modelId="{9E6D912F-3A09-4608-A0E8-2059E2AF0012}" srcId="{AEC7FDC3-1718-44BE-8CE6-0E9D8D15DFCD}" destId="{324FF5ED-6228-4DCE-BEE9-EBB6FC0662A5}" srcOrd="3" destOrd="0" parTransId="{B3A0E49A-2802-42A8-B19E-027128154FFC}" sibTransId="{02612FD9-B902-41AE-93BA-FEE6E6491560}"/>
    <dgm:cxn modelId="{33BC3773-76F3-45F3-A207-2F3BFDC61CE9}" srcId="{AEC7FDC3-1718-44BE-8CE6-0E9D8D15DFCD}" destId="{95230CA6-4005-456B-AF48-A747EC707EA7}" srcOrd="2" destOrd="0" parTransId="{005312C9-8530-450E-85C0-F7C4D342E8B9}" sibTransId="{EE8B3A15-AF15-4203-BE87-3660CC33F720}"/>
    <dgm:cxn modelId="{51260175-7784-440D-8B0A-A670AA3D9597}" type="presOf" srcId="{3E1AF25B-9ED6-4B3E-90C0-BBA0A496EC74}" destId="{073262F3-9B53-45DB-88FC-8B634C5DF04C}" srcOrd="0" destOrd="0" presId="urn:microsoft.com/office/officeart/2005/8/layout/vList2"/>
    <dgm:cxn modelId="{68A26575-D190-4876-AA79-5358621F0B28}" srcId="{AEC7FDC3-1718-44BE-8CE6-0E9D8D15DFCD}" destId="{3E1AF25B-9ED6-4B3E-90C0-BBA0A496EC74}" srcOrd="1" destOrd="0" parTransId="{B0F2E27C-3CEB-4DB5-9736-999068B40C2E}" sibTransId="{E1EFF4CE-75F0-44DF-BCC2-B50FE50172EB}"/>
    <dgm:cxn modelId="{8EE39277-4BF5-4B52-B3E9-BFE487F9531A}" type="presOf" srcId="{95230CA6-4005-456B-AF48-A747EC707EA7}" destId="{27BBE441-F358-44F0-B8D8-BF4B7D1DDCB5}" srcOrd="0" destOrd="0" presId="urn:microsoft.com/office/officeart/2005/8/layout/vList2"/>
    <dgm:cxn modelId="{8758B39A-6210-40EC-BEE7-CDA21A1FF21E}" type="presOf" srcId="{E76123CE-3573-44EB-8C13-9A5288045104}" destId="{FE5A8202-CA93-452B-B10E-E974E10A87D7}" srcOrd="0" destOrd="0" presId="urn:microsoft.com/office/officeart/2005/8/layout/vList2"/>
    <dgm:cxn modelId="{815F8FB0-ED51-47FC-A97E-31BA89DDB74C}" srcId="{AEC7FDC3-1718-44BE-8CE6-0E9D8D15DFCD}" destId="{E76123CE-3573-44EB-8C13-9A5288045104}" srcOrd="4" destOrd="0" parTransId="{44191B30-2895-4DC7-907C-59D457642AC4}" sibTransId="{79517B8F-A116-418D-A630-ED9A5CE792D9}"/>
    <dgm:cxn modelId="{17A7E1CC-C30A-4CDE-9611-5A06C3D1A6DD}" type="presOf" srcId="{AEC7FDC3-1718-44BE-8CE6-0E9D8D15DFCD}" destId="{6AF6EA6D-34E6-4479-8622-1E78A7658CE3}" srcOrd="0" destOrd="0" presId="urn:microsoft.com/office/officeart/2005/8/layout/vList2"/>
    <dgm:cxn modelId="{4C397BDD-942E-4CD9-9365-9D51D48A6D73}" srcId="{AEC7FDC3-1718-44BE-8CE6-0E9D8D15DFCD}" destId="{B7D34F13-8352-4786-B054-3154A8B5C7CD}" srcOrd="0" destOrd="0" parTransId="{98A081D3-99AE-4D53-9709-9EF973384300}" sibTransId="{C252FE47-D366-4BE8-9872-7217B90D2D42}"/>
    <dgm:cxn modelId="{0F686120-393D-404F-853E-62C9C1D78F6B}" type="presParOf" srcId="{6AF6EA6D-34E6-4479-8622-1E78A7658CE3}" destId="{422A952B-29C4-4617-8FF3-4CCDE0929AE2}" srcOrd="0" destOrd="0" presId="urn:microsoft.com/office/officeart/2005/8/layout/vList2"/>
    <dgm:cxn modelId="{E19222FA-46F2-48C1-8C2E-3B86985E31CD}" type="presParOf" srcId="{6AF6EA6D-34E6-4479-8622-1E78A7658CE3}" destId="{F5737FE0-71BD-4CB9-9ABC-0883AD5D09CF}" srcOrd="1" destOrd="0" presId="urn:microsoft.com/office/officeart/2005/8/layout/vList2"/>
    <dgm:cxn modelId="{A905408A-376D-47D1-9257-B8C3540061E0}" type="presParOf" srcId="{6AF6EA6D-34E6-4479-8622-1E78A7658CE3}" destId="{073262F3-9B53-45DB-88FC-8B634C5DF04C}" srcOrd="2" destOrd="0" presId="urn:microsoft.com/office/officeart/2005/8/layout/vList2"/>
    <dgm:cxn modelId="{ED33E819-326F-4BBF-9698-66F71B19B410}" type="presParOf" srcId="{6AF6EA6D-34E6-4479-8622-1E78A7658CE3}" destId="{2AA974FC-A19E-4068-BABB-06A483B11698}" srcOrd="3" destOrd="0" presId="urn:microsoft.com/office/officeart/2005/8/layout/vList2"/>
    <dgm:cxn modelId="{A1077D98-82C0-4B61-BCEC-18E55B5D5973}" type="presParOf" srcId="{6AF6EA6D-34E6-4479-8622-1E78A7658CE3}" destId="{27BBE441-F358-44F0-B8D8-BF4B7D1DDCB5}" srcOrd="4" destOrd="0" presId="urn:microsoft.com/office/officeart/2005/8/layout/vList2"/>
    <dgm:cxn modelId="{A159F663-D428-4337-B95B-A8EF34AAD170}" type="presParOf" srcId="{6AF6EA6D-34E6-4479-8622-1E78A7658CE3}" destId="{80799D70-C7BA-4186-BC4B-5E576E82C8BB}" srcOrd="5" destOrd="0" presId="urn:microsoft.com/office/officeart/2005/8/layout/vList2"/>
    <dgm:cxn modelId="{010190F0-C162-4ACC-BE94-9AF0754B64C9}" type="presParOf" srcId="{6AF6EA6D-34E6-4479-8622-1E78A7658CE3}" destId="{7BA28041-195F-4E77-B08E-80F4D2EAFECD}" srcOrd="6" destOrd="0" presId="urn:microsoft.com/office/officeart/2005/8/layout/vList2"/>
    <dgm:cxn modelId="{11D27BE4-44F9-4154-A9B9-AB6E257FEB20}" type="presParOf" srcId="{6AF6EA6D-34E6-4479-8622-1E78A7658CE3}" destId="{667443DE-6E2E-46F2-B027-37A937D222B2}" srcOrd="7" destOrd="0" presId="urn:microsoft.com/office/officeart/2005/8/layout/vList2"/>
    <dgm:cxn modelId="{507ED06C-928C-462C-A1E1-16BFFBF9873B}" type="presParOf" srcId="{6AF6EA6D-34E6-4479-8622-1E78A7658CE3}" destId="{FE5A8202-CA93-452B-B10E-E974E10A87D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92CD78-70B6-4499-9B67-BA1EDF3355D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D442BF-1FAE-4AB1-A3F8-E9EFB5016101}">
      <dgm:prSet/>
      <dgm:spPr/>
      <dgm:t>
        <a:bodyPr/>
        <a:lstStyle/>
        <a:p>
          <a:r>
            <a:rPr lang="en-US"/>
            <a:t>Build a system to monitor IoT device behavior continuously</a:t>
          </a:r>
        </a:p>
      </dgm:t>
    </dgm:pt>
    <dgm:pt modelId="{A110C003-FA3F-4149-BFE8-1729D3F23B71}" type="parTrans" cxnId="{28A1032D-F3F9-4C3D-9077-995E0A9A3D94}">
      <dgm:prSet/>
      <dgm:spPr/>
      <dgm:t>
        <a:bodyPr/>
        <a:lstStyle/>
        <a:p>
          <a:endParaRPr lang="en-US"/>
        </a:p>
      </dgm:t>
    </dgm:pt>
    <dgm:pt modelId="{53A9161B-D7E5-4FEE-9C1C-FE6231CA6CBF}" type="sibTrans" cxnId="{28A1032D-F3F9-4C3D-9077-995E0A9A3D94}">
      <dgm:prSet/>
      <dgm:spPr/>
      <dgm:t>
        <a:bodyPr/>
        <a:lstStyle/>
        <a:p>
          <a:endParaRPr lang="en-US"/>
        </a:p>
      </dgm:t>
    </dgm:pt>
    <dgm:pt modelId="{D00A2489-E7A7-4E94-9D93-5B79DCD409C5}">
      <dgm:prSet/>
      <dgm:spPr/>
      <dgm:t>
        <a:bodyPr/>
        <a:lstStyle/>
        <a:p>
          <a:r>
            <a:rPr lang="en-US" dirty="0"/>
            <a:t>Detect:</a:t>
          </a:r>
        </a:p>
        <a:p>
          <a:r>
            <a:rPr lang="en-US" dirty="0"/>
            <a:t>Anomalies</a:t>
          </a:r>
        </a:p>
        <a:p>
          <a:r>
            <a:rPr lang="en-US" dirty="0"/>
            <a:t>Behavioral drift</a:t>
          </a:r>
        </a:p>
      </dgm:t>
    </dgm:pt>
    <dgm:pt modelId="{CD074F84-D863-48BA-9E9D-977224C8460C}" type="parTrans" cxnId="{467D0D2D-9388-4FD0-8993-28726C3D4474}">
      <dgm:prSet/>
      <dgm:spPr/>
      <dgm:t>
        <a:bodyPr/>
        <a:lstStyle/>
        <a:p>
          <a:endParaRPr lang="en-US"/>
        </a:p>
      </dgm:t>
    </dgm:pt>
    <dgm:pt modelId="{6651421C-31F3-4487-9F3C-7EB28BD57E7B}" type="sibTrans" cxnId="{467D0D2D-9388-4FD0-8993-28726C3D4474}">
      <dgm:prSet/>
      <dgm:spPr/>
      <dgm:t>
        <a:bodyPr/>
        <a:lstStyle/>
        <a:p>
          <a:endParaRPr lang="en-US"/>
        </a:p>
      </dgm:t>
    </dgm:pt>
    <dgm:pt modelId="{DD2D75D9-64F4-4033-8812-0F5226F45F4C}">
      <dgm:prSet/>
      <dgm:spPr/>
      <dgm:t>
        <a:bodyPr/>
        <a:lstStyle/>
        <a:p>
          <a:r>
            <a:rPr lang="en-US" dirty="0"/>
            <a:t>Assign a dynamic trust score (0–100)</a:t>
          </a:r>
        </a:p>
      </dgm:t>
    </dgm:pt>
    <dgm:pt modelId="{D3076D11-FB23-4563-A44F-7E877ABABE00}" type="parTrans" cxnId="{7330C8E8-8753-46F5-9E43-6314DB36E43D}">
      <dgm:prSet/>
      <dgm:spPr/>
      <dgm:t>
        <a:bodyPr/>
        <a:lstStyle/>
        <a:p>
          <a:endParaRPr lang="en-US"/>
        </a:p>
      </dgm:t>
    </dgm:pt>
    <dgm:pt modelId="{E9BED3F3-A5A0-488D-AF70-C659FA5CE08F}" type="sibTrans" cxnId="{7330C8E8-8753-46F5-9E43-6314DB36E43D}">
      <dgm:prSet/>
      <dgm:spPr/>
      <dgm:t>
        <a:bodyPr/>
        <a:lstStyle/>
        <a:p>
          <a:endParaRPr lang="en-US"/>
        </a:p>
      </dgm:t>
    </dgm:pt>
    <dgm:pt modelId="{26865A1A-D155-4D36-9FCC-AA527D4880D2}">
      <dgm:prSet/>
      <dgm:spPr/>
      <dgm:t>
        <a:bodyPr/>
        <a:lstStyle/>
        <a:p>
          <a:endParaRPr lang="en-US" dirty="0"/>
        </a:p>
      </dgm:t>
    </dgm:pt>
    <dgm:pt modelId="{00A1468F-66C6-4E5D-AE7E-46AF5CF101FB}" type="parTrans" cxnId="{6C0ABF3F-C1AB-4B69-AD00-BEEA8C790A40}">
      <dgm:prSet/>
      <dgm:spPr/>
      <dgm:t>
        <a:bodyPr/>
        <a:lstStyle/>
        <a:p>
          <a:endParaRPr lang="en-US"/>
        </a:p>
      </dgm:t>
    </dgm:pt>
    <dgm:pt modelId="{4983AABE-146E-41C2-9BDE-49C69A877F9B}" type="sibTrans" cxnId="{6C0ABF3F-C1AB-4B69-AD00-BEEA8C790A40}">
      <dgm:prSet/>
      <dgm:spPr/>
      <dgm:t>
        <a:bodyPr/>
        <a:lstStyle/>
        <a:p>
          <a:endParaRPr lang="en-US"/>
        </a:p>
      </dgm:t>
    </dgm:pt>
    <dgm:pt modelId="{903FCCA3-8553-45BD-900C-805A429046A7}">
      <dgm:prSet/>
      <dgm:spPr/>
      <dgm:t>
        <a:bodyPr/>
        <a:lstStyle/>
        <a:p>
          <a:r>
            <a:rPr lang="en-US" dirty="0"/>
            <a:t>Provide clear explanations for risk</a:t>
          </a:r>
        </a:p>
      </dgm:t>
    </dgm:pt>
    <dgm:pt modelId="{FA2402D2-591A-496C-A426-F7E238908E30}" type="parTrans" cxnId="{57D8F59C-67D7-4A20-932B-7FD1369FC370}">
      <dgm:prSet/>
      <dgm:spPr/>
      <dgm:t>
        <a:bodyPr/>
        <a:lstStyle/>
        <a:p>
          <a:endParaRPr lang="en-US"/>
        </a:p>
      </dgm:t>
    </dgm:pt>
    <dgm:pt modelId="{C6954044-C05C-4098-829E-1D578FD8C31F}" type="sibTrans" cxnId="{57D8F59C-67D7-4A20-932B-7FD1369FC370}">
      <dgm:prSet/>
      <dgm:spPr/>
      <dgm:t>
        <a:bodyPr/>
        <a:lstStyle/>
        <a:p>
          <a:endParaRPr lang="en-US"/>
        </a:p>
      </dgm:t>
    </dgm:pt>
    <dgm:pt modelId="{6FD50547-94F1-4D60-81FD-C4F5BB02AA48}" type="pres">
      <dgm:prSet presAssocID="{5092CD78-70B6-4499-9B67-BA1EDF3355D4}" presName="matrix" presStyleCnt="0">
        <dgm:presLayoutVars>
          <dgm:chMax val="1"/>
          <dgm:dir/>
          <dgm:resizeHandles val="exact"/>
        </dgm:presLayoutVars>
      </dgm:prSet>
      <dgm:spPr/>
    </dgm:pt>
    <dgm:pt modelId="{3482A7BB-866C-4FFE-9BDA-D29FD5D9787C}" type="pres">
      <dgm:prSet presAssocID="{5092CD78-70B6-4499-9B67-BA1EDF3355D4}" presName="diamond" presStyleLbl="bgShp" presStyleIdx="0" presStyleCnt="1"/>
      <dgm:spPr/>
    </dgm:pt>
    <dgm:pt modelId="{2F0C29C9-0FFF-4571-9EC6-F14E5F737A3D}" type="pres">
      <dgm:prSet presAssocID="{5092CD78-70B6-4499-9B67-BA1EDF3355D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89ED926-27B2-41A2-824D-32BB83F61FF0}" type="pres">
      <dgm:prSet presAssocID="{5092CD78-70B6-4499-9B67-BA1EDF3355D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24CB8ED-DDD1-4E82-8551-282E378D04C5}" type="pres">
      <dgm:prSet presAssocID="{5092CD78-70B6-4499-9B67-BA1EDF3355D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A8A07A4-6D15-4948-9A1C-A27CD7BA21ED}" type="pres">
      <dgm:prSet presAssocID="{5092CD78-70B6-4499-9B67-BA1EDF3355D4}" presName="quad4" presStyleLbl="node1" presStyleIdx="3" presStyleCnt="4" custLinFactNeighborX="-3752" custLinFactNeighborY="1017">
        <dgm:presLayoutVars>
          <dgm:chMax val="0"/>
          <dgm:chPref val="0"/>
          <dgm:bulletEnabled val="1"/>
        </dgm:presLayoutVars>
      </dgm:prSet>
      <dgm:spPr/>
    </dgm:pt>
  </dgm:ptLst>
  <dgm:cxnLst>
    <dgm:cxn modelId="{3D00372A-8CF4-4B52-B603-04EED6333BA2}" type="presOf" srcId="{5092CD78-70B6-4499-9B67-BA1EDF3355D4}" destId="{6FD50547-94F1-4D60-81FD-C4F5BB02AA48}" srcOrd="0" destOrd="0" presId="urn:microsoft.com/office/officeart/2005/8/layout/matrix3"/>
    <dgm:cxn modelId="{28A1032D-F3F9-4C3D-9077-995E0A9A3D94}" srcId="{5092CD78-70B6-4499-9B67-BA1EDF3355D4}" destId="{ADD442BF-1FAE-4AB1-A3F8-E9EFB5016101}" srcOrd="0" destOrd="0" parTransId="{A110C003-FA3F-4149-BFE8-1729D3F23B71}" sibTransId="{53A9161B-D7E5-4FEE-9C1C-FE6231CA6CBF}"/>
    <dgm:cxn modelId="{467D0D2D-9388-4FD0-8993-28726C3D4474}" srcId="{5092CD78-70B6-4499-9B67-BA1EDF3355D4}" destId="{D00A2489-E7A7-4E94-9D93-5B79DCD409C5}" srcOrd="1" destOrd="0" parTransId="{CD074F84-D863-48BA-9E9D-977224C8460C}" sibTransId="{6651421C-31F3-4487-9F3C-7EB28BD57E7B}"/>
    <dgm:cxn modelId="{C23D6E36-3F48-4C96-A61D-435A2B70295C}" type="presOf" srcId="{DD2D75D9-64F4-4033-8812-0F5226F45F4C}" destId="{424CB8ED-DDD1-4E82-8551-282E378D04C5}" srcOrd="0" destOrd="0" presId="urn:microsoft.com/office/officeart/2005/8/layout/matrix3"/>
    <dgm:cxn modelId="{6C0ABF3F-C1AB-4B69-AD00-BEEA8C790A40}" srcId="{5092CD78-70B6-4499-9B67-BA1EDF3355D4}" destId="{26865A1A-D155-4D36-9FCC-AA527D4880D2}" srcOrd="3" destOrd="0" parTransId="{00A1468F-66C6-4E5D-AE7E-46AF5CF101FB}" sibTransId="{4983AABE-146E-41C2-9BDE-49C69A877F9B}"/>
    <dgm:cxn modelId="{D7BB2B88-70D2-4DBC-8A36-1C02D0BA7F74}" type="presOf" srcId="{D00A2489-E7A7-4E94-9D93-5B79DCD409C5}" destId="{489ED926-27B2-41A2-824D-32BB83F61FF0}" srcOrd="0" destOrd="0" presId="urn:microsoft.com/office/officeart/2005/8/layout/matrix3"/>
    <dgm:cxn modelId="{C5CEDA9A-C5C6-478D-AF92-8D975403D402}" type="presOf" srcId="{26865A1A-D155-4D36-9FCC-AA527D4880D2}" destId="{EA8A07A4-6D15-4948-9A1C-A27CD7BA21ED}" srcOrd="0" destOrd="0" presId="urn:microsoft.com/office/officeart/2005/8/layout/matrix3"/>
    <dgm:cxn modelId="{57D8F59C-67D7-4A20-932B-7FD1369FC370}" srcId="{26865A1A-D155-4D36-9FCC-AA527D4880D2}" destId="{903FCCA3-8553-45BD-900C-805A429046A7}" srcOrd="0" destOrd="0" parTransId="{FA2402D2-591A-496C-A426-F7E238908E30}" sibTransId="{C6954044-C05C-4098-829E-1D578FD8C31F}"/>
    <dgm:cxn modelId="{5D8A43CE-83BE-412D-9C33-B8DD40EFD2B4}" type="presOf" srcId="{ADD442BF-1FAE-4AB1-A3F8-E9EFB5016101}" destId="{2F0C29C9-0FFF-4571-9EC6-F14E5F737A3D}" srcOrd="0" destOrd="0" presId="urn:microsoft.com/office/officeart/2005/8/layout/matrix3"/>
    <dgm:cxn modelId="{7330C8E8-8753-46F5-9E43-6314DB36E43D}" srcId="{5092CD78-70B6-4499-9B67-BA1EDF3355D4}" destId="{DD2D75D9-64F4-4033-8812-0F5226F45F4C}" srcOrd="2" destOrd="0" parTransId="{D3076D11-FB23-4563-A44F-7E877ABABE00}" sibTransId="{E9BED3F3-A5A0-488D-AF70-C659FA5CE08F}"/>
    <dgm:cxn modelId="{5B3451EA-75E6-4008-B201-072FC3099EAC}" type="presOf" srcId="{903FCCA3-8553-45BD-900C-805A429046A7}" destId="{EA8A07A4-6D15-4948-9A1C-A27CD7BA21ED}" srcOrd="0" destOrd="1" presId="urn:microsoft.com/office/officeart/2005/8/layout/matrix3"/>
    <dgm:cxn modelId="{51B330BF-3EA6-49CD-91C4-C5A0C4074BC9}" type="presParOf" srcId="{6FD50547-94F1-4D60-81FD-C4F5BB02AA48}" destId="{3482A7BB-866C-4FFE-9BDA-D29FD5D9787C}" srcOrd="0" destOrd="0" presId="urn:microsoft.com/office/officeart/2005/8/layout/matrix3"/>
    <dgm:cxn modelId="{BB28ACA9-81BE-48CE-84C4-EFE11AEB3BE4}" type="presParOf" srcId="{6FD50547-94F1-4D60-81FD-C4F5BB02AA48}" destId="{2F0C29C9-0FFF-4571-9EC6-F14E5F737A3D}" srcOrd="1" destOrd="0" presId="urn:microsoft.com/office/officeart/2005/8/layout/matrix3"/>
    <dgm:cxn modelId="{A6CAE1BC-1753-43F7-9EDF-BCF7665BDC50}" type="presParOf" srcId="{6FD50547-94F1-4D60-81FD-C4F5BB02AA48}" destId="{489ED926-27B2-41A2-824D-32BB83F61FF0}" srcOrd="2" destOrd="0" presId="urn:microsoft.com/office/officeart/2005/8/layout/matrix3"/>
    <dgm:cxn modelId="{F7150F30-F2F2-48DB-B34C-B7C5FD27583F}" type="presParOf" srcId="{6FD50547-94F1-4D60-81FD-C4F5BB02AA48}" destId="{424CB8ED-DDD1-4E82-8551-282E378D04C5}" srcOrd="3" destOrd="0" presId="urn:microsoft.com/office/officeart/2005/8/layout/matrix3"/>
    <dgm:cxn modelId="{D530E907-85CE-42B2-B874-B830D82FC3BC}" type="presParOf" srcId="{6FD50547-94F1-4D60-81FD-C4F5BB02AA48}" destId="{EA8A07A4-6D15-4948-9A1C-A27CD7BA21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29A582-DF80-420E-8AB6-1FF5F0B6976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FD9CF9A-7DE0-4187-82B8-1988751F7DAD}">
      <dgm:prSet/>
      <dgm:spPr/>
      <dgm:t>
        <a:bodyPr/>
        <a:lstStyle/>
        <a:p>
          <a:r>
            <a:rPr lang="en-US"/>
            <a:t>Our system:</a:t>
          </a:r>
        </a:p>
      </dgm:t>
    </dgm:pt>
    <dgm:pt modelId="{1F0F6D7C-43A8-4981-BCD7-6915067DB60C}" type="parTrans" cxnId="{765E0C40-4EA2-4378-9319-12B4F3DB66EE}">
      <dgm:prSet/>
      <dgm:spPr/>
      <dgm:t>
        <a:bodyPr/>
        <a:lstStyle/>
        <a:p>
          <a:endParaRPr lang="en-US"/>
        </a:p>
      </dgm:t>
    </dgm:pt>
    <dgm:pt modelId="{DF802991-F1C7-40D9-9BD7-7E1515BA0D8C}" type="sibTrans" cxnId="{765E0C40-4EA2-4378-9319-12B4F3DB66EE}">
      <dgm:prSet/>
      <dgm:spPr/>
      <dgm:t>
        <a:bodyPr/>
        <a:lstStyle/>
        <a:p>
          <a:endParaRPr lang="en-US"/>
        </a:p>
      </dgm:t>
    </dgm:pt>
    <dgm:pt modelId="{00103C7A-BAAF-4084-9053-BB0DED407450}">
      <dgm:prSet/>
      <dgm:spPr/>
      <dgm:t>
        <a:bodyPr/>
        <a:lstStyle/>
        <a:p>
          <a:r>
            <a:rPr lang="en-US"/>
            <a:t>Uses </a:t>
          </a:r>
          <a:r>
            <a:rPr lang="en-US" b="1"/>
            <a:t>network telemetry (no device installation needed)</a:t>
          </a:r>
          <a:endParaRPr lang="en-US"/>
        </a:p>
      </dgm:t>
    </dgm:pt>
    <dgm:pt modelId="{E45FAEDD-B5C0-4989-BF92-1653F74FD385}" type="parTrans" cxnId="{89F4AD31-CBF4-430C-9E73-0B8305E7897D}">
      <dgm:prSet/>
      <dgm:spPr/>
      <dgm:t>
        <a:bodyPr/>
        <a:lstStyle/>
        <a:p>
          <a:endParaRPr lang="en-US"/>
        </a:p>
      </dgm:t>
    </dgm:pt>
    <dgm:pt modelId="{7294DDDB-E2A0-4C50-9FB4-321B6284E562}" type="sibTrans" cxnId="{89F4AD31-CBF4-430C-9E73-0B8305E7897D}">
      <dgm:prSet/>
      <dgm:spPr/>
      <dgm:t>
        <a:bodyPr/>
        <a:lstStyle/>
        <a:p>
          <a:endParaRPr lang="en-US"/>
        </a:p>
      </dgm:t>
    </dgm:pt>
    <dgm:pt modelId="{D43D5DC1-F424-4CE0-8A9E-0F5D81571A46}">
      <dgm:prSet/>
      <dgm:spPr/>
      <dgm:t>
        <a:bodyPr/>
        <a:lstStyle/>
        <a:p>
          <a:r>
            <a:rPr lang="en-US"/>
            <a:t>Learns </a:t>
          </a:r>
          <a:r>
            <a:rPr lang="en-US" b="1"/>
            <a:t>normal behavior of devices</a:t>
          </a:r>
          <a:endParaRPr lang="en-US"/>
        </a:p>
      </dgm:t>
    </dgm:pt>
    <dgm:pt modelId="{0B756232-8E1D-4155-8CA3-595015F7AD3E}" type="parTrans" cxnId="{2C650B4B-4711-4169-953E-610A787ADEE3}">
      <dgm:prSet/>
      <dgm:spPr/>
      <dgm:t>
        <a:bodyPr/>
        <a:lstStyle/>
        <a:p>
          <a:endParaRPr lang="en-US"/>
        </a:p>
      </dgm:t>
    </dgm:pt>
    <dgm:pt modelId="{A9F58035-AA2B-47DB-B9DB-E9080FCD283F}" type="sibTrans" cxnId="{2C650B4B-4711-4169-953E-610A787ADEE3}">
      <dgm:prSet/>
      <dgm:spPr/>
      <dgm:t>
        <a:bodyPr/>
        <a:lstStyle/>
        <a:p>
          <a:endParaRPr lang="en-US"/>
        </a:p>
      </dgm:t>
    </dgm:pt>
    <dgm:pt modelId="{D0C0DE23-640E-4A5B-B3A8-C4853EE9412F}">
      <dgm:prSet/>
      <dgm:spPr/>
      <dgm:t>
        <a:bodyPr/>
        <a:lstStyle/>
        <a:p>
          <a:r>
            <a:rPr lang="en-US"/>
            <a:t>Detects:</a:t>
          </a:r>
        </a:p>
      </dgm:t>
    </dgm:pt>
    <dgm:pt modelId="{82E7424C-7601-4572-871F-6D16718955EB}" type="parTrans" cxnId="{1A991298-EF0A-4F28-8C05-6B9D7E911733}">
      <dgm:prSet/>
      <dgm:spPr/>
      <dgm:t>
        <a:bodyPr/>
        <a:lstStyle/>
        <a:p>
          <a:endParaRPr lang="en-US"/>
        </a:p>
      </dgm:t>
    </dgm:pt>
    <dgm:pt modelId="{0FB9A32C-CC8B-4E41-B8CC-52C6DA02D911}" type="sibTrans" cxnId="{1A991298-EF0A-4F28-8C05-6B9D7E911733}">
      <dgm:prSet/>
      <dgm:spPr/>
      <dgm:t>
        <a:bodyPr/>
        <a:lstStyle/>
        <a:p>
          <a:endParaRPr lang="en-US"/>
        </a:p>
      </dgm:t>
    </dgm:pt>
    <dgm:pt modelId="{24087E0B-B2B4-4B01-8DB8-904AD028BCC2}">
      <dgm:prSet/>
      <dgm:spPr/>
      <dgm:t>
        <a:bodyPr/>
        <a:lstStyle/>
        <a:p>
          <a:r>
            <a:rPr lang="en-US"/>
            <a:t>Sudden attacks</a:t>
          </a:r>
        </a:p>
      </dgm:t>
    </dgm:pt>
    <dgm:pt modelId="{D07C6412-5C60-4B2E-B8ED-36A48DD5D6F3}" type="parTrans" cxnId="{3CEBD00A-5ECC-456D-8669-636DB45D17DB}">
      <dgm:prSet/>
      <dgm:spPr/>
      <dgm:t>
        <a:bodyPr/>
        <a:lstStyle/>
        <a:p>
          <a:endParaRPr lang="en-US"/>
        </a:p>
      </dgm:t>
    </dgm:pt>
    <dgm:pt modelId="{12269771-A4E1-4EAF-BBDF-71757CF9A750}" type="sibTrans" cxnId="{3CEBD00A-5ECC-456D-8669-636DB45D17DB}">
      <dgm:prSet/>
      <dgm:spPr/>
      <dgm:t>
        <a:bodyPr/>
        <a:lstStyle/>
        <a:p>
          <a:endParaRPr lang="en-US"/>
        </a:p>
      </dgm:t>
    </dgm:pt>
    <dgm:pt modelId="{7AF1B20E-8743-4101-BF96-E8F5D0372D95}">
      <dgm:prSet/>
      <dgm:spPr/>
      <dgm:t>
        <a:bodyPr/>
        <a:lstStyle/>
        <a:p>
          <a:r>
            <a:rPr lang="en-US"/>
            <a:t>Gradual drift</a:t>
          </a:r>
        </a:p>
      </dgm:t>
    </dgm:pt>
    <dgm:pt modelId="{824DEF60-4D4C-486A-890D-AD52E8B5FE96}" type="parTrans" cxnId="{B86CCF71-D285-46C9-9F4D-352274B2DBD5}">
      <dgm:prSet/>
      <dgm:spPr/>
      <dgm:t>
        <a:bodyPr/>
        <a:lstStyle/>
        <a:p>
          <a:endParaRPr lang="en-US"/>
        </a:p>
      </dgm:t>
    </dgm:pt>
    <dgm:pt modelId="{77042935-81C3-42C3-B8E6-38BAFEBCE507}" type="sibTrans" cxnId="{B86CCF71-D285-46C9-9F4D-352274B2DBD5}">
      <dgm:prSet/>
      <dgm:spPr/>
      <dgm:t>
        <a:bodyPr/>
        <a:lstStyle/>
        <a:p>
          <a:endParaRPr lang="en-US"/>
        </a:p>
      </dgm:t>
    </dgm:pt>
    <dgm:pt modelId="{ADF07855-A673-4DCD-967F-5E18E0139985}">
      <dgm:prSet/>
      <dgm:spPr/>
      <dgm:t>
        <a:bodyPr/>
        <a:lstStyle/>
        <a:p>
          <a:r>
            <a:rPr lang="en-US"/>
            <a:t>Generates:</a:t>
          </a:r>
        </a:p>
      </dgm:t>
    </dgm:pt>
    <dgm:pt modelId="{62C08EE7-257A-4EDB-8B41-7F6D0A7C08FD}" type="parTrans" cxnId="{E5E5BA96-83E7-47AA-8CDA-A967ABD71811}">
      <dgm:prSet/>
      <dgm:spPr/>
      <dgm:t>
        <a:bodyPr/>
        <a:lstStyle/>
        <a:p>
          <a:endParaRPr lang="en-US"/>
        </a:p>
      </dgm:t>
    </dgm:pt>
    <dgm:pt modelId="{4CCA7C65-B7BF-4A9B-96B8-4A2223883D28}" type="sibTrans" cxnId="{E5E5BA96-83E7-47AA-8CDA-A967ABD71811}">
      <dgm:prSet/>
      <dgm:spPr/>
      <dgm:t>
        <a:bodyPr/>
        <a:lstStyle/>
        <a:p>
          <a:endParaRPr lang="en-US"/>
        </a:p>
      </dgm:t>
    </dgm:pt>
    <dgm:pt modelId="{8485800D-4274-4E31-AAAE-45B3558057B3}">
      <dgm:prSet/>
      <dgm:spPr/>
      <dgm:t>
        <a:bodyPr/>
        <a:lstStyle/>
        <a:p>
          <a:r>
            <a:rPr lang="en-US"/>
            <a:t>Trust Score</a:t>
          </a:r>
        </a:p>
      </dgm:t>
    </dgm:pt>
    <dgm:pt modelId="{663955D2-E3F4-43EA-838A-6E5801CF39A1}" type="parTrans" cxnId="{ACBB4425-172A-44A4-B59F-994D34A1648E}">
      <dgm:prSet/>
      <dgm:spPr/>
      <dgm:t>
        <a:bodyPr/>
        <a:lstStyle/>
        <a:p>
          <a:endParaRPr lang="en-US"/>
        </a:p>
      </dgm:t>
    </dgm:pt>
    <dgm:pt modelId="{52544DBF-0D8C-4801-A60C-98C257D846A3}" type="sibTrans" cxnId="{ACBB4425-172A-44A4-B59F-994D34A1648E}">
      <dgm:prSet/>
      <dgm:spPr/>
      <dgm:t>
        <a:bodyPr/>
        <a:lstStyle/>
        <a:p>
          <a:endParaRPr lang="en-US"/>
        </a:p>
      </dgm:t>
    </dgm:pt>
    <dgm:pt modelId="{307A70CC-73CC-49CB-BD49-DAD52C34A88B}">
      <dgm:prSet/>
      <dgm:spPr/>
      <dgm:t>
        <a:bodyPr/>
        <a:lstStyle/>
        <a:p>
          <a:r>
            <a:rPr lang="en-US"/>
            <a:t>Alerts with explanation</a:t>
          </a:r>
        </a:p>
      </dgm:t>
    </dgm:pt>
    <dgm:pt modelId="{01B1F00E-73A1-4819-9B3E-750C603DF3F0}" type="parTrans" cxnId="{ED32DE78-B7A2-46C5-AD85-C193F3D31A2E}">
      <dgm:prSet/>
      <dgm:spPr/>
      <dgm:t>
        <a:bodyPr/>
        <a:lstStyle/>
        <a:p>
          <a:endParaRPr lang="en-US"/>
        </a:p>
      </dgm:t>
    </dgm:pt>
    <dgm:pt modelId="{A2CA2470-E7EC-4FB5-BA8D-4962775CC3E8}" type="sibTrans" cxnId="{ED32DE78-B7A2-46C5-AD85-C193F3D31A2E}">
      <dgm:prSet/>
      <dgm:spPr/>
      <dgm:t>
        <a:bodyPr/>
        <a:lstStyle/>
        <a:p>
          <a:endParaRPr lang="en-US"/>
        </a:p>
      </dgm:t>
    </dgm:pt>
    <dgm:pt modelId="{86088750-E55E-40BA-8E8A-6B6941D05BB4}" type="pres">
      <dgm:prSet presAssocID="{2729A582-DF80-420E-8AB6-1FF5F0B6976E}" presName="compositeShape" presStyleCnt="0">
        <dgm:presLayoutVars>
          <dgm:chMax val="7"/>
          <dgm:dir/>
          <dgm:resizeHandles val="exact"/>
        </dgm:presLayoutVars>
      </dgm:prSet>
      <dgm:spPr/>
    </dgm:pt>
    <dgm:pt modelId="{605F74E8-4B36-4DC9-B414-D9F0EB19FD2C}" type="pres">
      <dgm:prSet presAssocID="{7FD9CF9A-7DE0-4187-82B8-1988751F7DAD}" presName="circ1" presStyleLbl="vennNode1" presStyleIdx="0" presStyleCnt="5"/>
      <dgm:spPr/>
    </dgm:pt>
    <dgm:pt modelId="{E972367A-A3A7-46C0-8A85-EF42CBDB50AC}" type="pres">
      <dgm:prSet presAssocID="{7FD9CF9A-7DE0-4187-82B8-1988751F7DA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53AE543-95DF-4AB9-8312-CB91B0F1D150}" type="pres">
      <dgm:prSet presAssocID="{00103C7A-BAAF-4084-9053-BB0DED407450}" presName="circ2" presStyleLbl="vennNode1" presStyleIdx="1" presStyleCnt="5"/>
      <dgm:spPr/>
    </dgm:pt>
    <dgm:pt modelId="{0DDB807C-E578-493B-8F83-3AE0144E44BE}" type="pres">
      <dgm:prSet presAssocID="{00103C7A-BAAF-4084-9053-BB0DED40745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D1BC64E-0AB5-40C1-897D-C79875A16613}" type="pres">
      <dgm:prSet presAssocID="{D43D5DC1-F424-4CE0-8A9E-0F5D81571A46}" presName="circ3" presStyleLbl="vennNode1" presStyleIdx="2" presStyleCnt="5"/>
      <dgm:spPr/>
    </dgm:pt>
    <dgm:pt modelId="{355122AE-7BA8-49DD-A416-74120E3BAD2E}" type="pres">
      <dgm:prSet presAssocID="{D43D5DC1-F424-4CE0-8A9E-0F5D81571A46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3406819-D308-43D7-8953-3539327E3443}" type="pres">
      <dgm:prSet presAssocID="{D0C0DE23-640E-4A5B-B3A8-C4853EE9412F}" presName="circ4" presStyleLbl="vennNode1" presStyleIdx="3" presStyleCnt="5"/>
      <dgm:spPr/>
    </dgm:pt>
    <dgm:pt modelId="{CE156A74-7CD3-4CD4-A774-05248E0A82F1}" type="pres">
      <dgm:prSet presAssocID="{D0C0DE23-640E-4A5B-B3A8-C4853EE9412F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E4C7414-DEAD-4C67-9689-7BCC77CED565}" type="pres">
      <dgm:prSet presAssocID="{ADF07855-A673-4DCD-967F-5E18E0139985}" presName="circ5" presStyleLbl="vennNode1" presStyleIdx="4" presStyleCnt="5"/>
      <dgm:spPr/>
    </dgm:pt>
    <dgm:pt modelId="{B48CEC9B-40DE-4ACB-9928-925D003BA094}" type="pres">
      <dgm:prSet presAssocID="{ADF07855-A673-4DCD-967F-5E18E0139985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CEBD00A-5ECC-456D-8669-636DB45D17DB}" srcId="{D0C0DE23-640E-4A5B-B3A8-C4853EE9412F}" destId="{24087E0B-B2B4-4B01-8DB8-904AD028BCC2}" srcOrd="0" destOrd="0" parTransId="{D07C6412-5C60-4B2E-B8ED-36A48DD5D6F3}" sibTransId="{12269771-A4E1-4EAF-BBDF-71757CF9A750}"/>
    <dgm:cxn modelId="{0DA29215-40E3-4F77-941E-A2C069587691}" type="presOf" srcId="{8485800D-4274-4E31-AAAE-45B3558057B3}" destId="{B48CEC9B-40DE-4ACB-9928-925D003BA094}" srcOrd="0" destOrd="1" presId="urn:microsoft.com/office/officeart/2005/8/layout/venn1"/>
    <dgm:cxn modelId="{2579861E-F27D-418F-912B-BB9C8C29036C}" type="presOf" srcId="{2729A582-DF80-420E-8AB6-1FF5F0B6976E}" destId="{86088750-E55E-40BA-8E8A-6B6941D05BB4}" srcOrd="0" destOrd="0" presId="urn:microsoft.com/office/officeart/2005/8/layout/venn1"/>
    <dgm:cxn modelId="{ACBB4425-172A-44A4-B59F-994D34A1648E}" srcId="{ADF07855-A673-4DCD-967F-5E18E0139985}" destId="{8485800D-4274-4E31-AAAE-45B3558057B3}" srcOrd="0" destOrd="0" parTransId="{663955D2-E3F4-43EA-838A-6E5801CF39A1}" sibTransId="{52544DBF-0D8C-4801-A60C-98C257D846A3}"/>
    <dgm:cxn modelId="{89F4AD31-CBF4-430C-9E73-0B8305E7897D}" srcId="{2729A582-DF80-420E-8AB6-1FF5F0B6976E}" destId="{00103C7A-BAAF-4084-9053-BB0DED407450}" srcOrd="1" destOrd="0" parTransId="{E45FAEDD-B5C0-4989-BF92-1653F74FD385}" sibTransId="{7294DDDB-E2A0-4C50-9FB4-321B6284E562}"/>
    <dgm:cxn modelId="{F4C72133-E00D-475C-89B0-5B4B603D20BC}" type="presOf" srcId="{D0C0DE23-640E-4A5B-B3A8-C4853EE9412F}" destId="{CE156A74-7CD3-4CD4-A774-05248E0A82F1}" srcOrd="0" destOrd="0" presId="urn:microsoft.com/office/officeart/2005/8/layout/venn1"/>
    <dgm:cxn modelId="{765E0C40-4EA2-4378-9319-12B4F3DB66EE}" srcId="{2729A582-DF80-420E-8AB6-1FF5F0B6976E}" destId="{7FD9CF9A-7DE0-4187-82B8-1988751F7DAD}" srcOrd="0" destOrd="0" parTransId="{1F0F6D7C-43A8-4981-BCD7-6915067DB60C}" sibTransId="{DF802991-F1C7-40D9-9BD7-7E1515BA0D8C}"/>
    <dgm:cxn modelId="{D72C3561-EA71-465B-BEAA-20F02EE29069}" type="presOf" srcId="{D43D5DC1-F424-4CE0-8A9E-0F5D81571A46}" destId="{355122AE-7BA8-49DD-A416-74120E3BAD2E}" srcOrd="0" destOrd="0" presId="urn:microsoft.com/office/officeart/2005/8/layout/venn1"/>
    <dgm:cxn modelId="{C668A044-337A-4A3D-A494-80729CA03ED5}" type="presOf" srcId="{7AF1B20E-8743-4101-BF96-E8F5D0372D95}" destId="{CE156A74-7CD3-4CD4-A774-05248E0A82F1}" srcOrd="0" destOrd="2" presId="urn:microsoft.com/office/officeart/2005/8/layout/venn1"/>
    <dgm:cxn modelId="{2C650B4B-4711-4169-953E-610A787ADEE3}" srcId="{2729A582-DF80-420E-8AB6-1FF5F0B6976E}" destId="{D43D5DC1-F424-4CE0-8A9E-0F5D81571A46}" srcOrd="2" destOrd="0" parTransId="{0B756232-8E1D-4155-8CA3-595015F7AD3E}" sibTransId="{A9F58035-AA2B-47DB-B9DB-E9080FCD283F}"/>
    <dgm:cxn modelId="{B86CCF71-D285-46C9-9F4D-352274B2DBD5}" srcId="{D0C0DE23-640E-4A5B-B3A8-C4853EE9412F}" destId="{7AF1B20E-8743-4101-BF96-E8F5D0372D95}" srcOrd="1" destOrd="0" parTransId="{824DEF60-4D4C-486A-890D-AD52E8B5FE96}" sibTransId="{77042935-81C3-42C3-B8E6-38BAFEBCE507}"/>
    <dgm:cxn modelId="{ED32DE78-B7A2-46C5-AD85-C193F3D31A2E}" srcId="{ADF07855-A673-4DCD-967F-5E18E0139985}" destId="{307A70CC-73CC-49CB-BD49-DAD52C34A88B}" srcOrd="1" destOrd="0" parTransId="{01B1F00E-73A1-4819-9B3E-750C603DF3F0}" sibTransId="{A2CA2470-E7EC-4FB5-BA8D-4962775CC3E8}"/>
    <dgm:cxn modelId="{D4F9838E-5A15-48D3-A7E5-7AC7A63DCEDA}" type="presOf" srcId="{24087E0B-B2B4-4B01-8DB8-904AD028BCC2}" destId="{CE156A74-7CD3-4CD4-A774-05248E0A82F1}" srcOrd="0" destOrd="1" presId="urn:microsoft.com/office/officeart/2005/8/layout/venn1"/>
    <dgm:cxn modelId="{E5E5BA96-83E7-47AA-8CDA-A967ABD71811}" srcId="{2729A582-DF80-420E-8AB6-1FF5F0B6976E}" destId="{ADF07855-A673-4DCD-967F-5E18E0139985}" srcOrd="4" destOrd="0" parTransId="{62C08EE7-257A-4EDB-8B41-7F6D0A7C08FD}" sibTransId="{4CCA7C65-B7BF-4A9B-96B8-4A2223883D28}"/>
    <dgm:cxn modelId="{1A991298-EF0A-4F28-8C05-6B9D7E911733}" srcId="{2729A582-DF80-420E-8AB6-1FF5F0B6976E}" destId="{D0C0DE23-640E-4A5B-B3A8-C4853EE9412F}" srcOrd="3" destOrd="0" parTransId="{82E7424C-7601-4572-871F-6D16718955EB}" sibTransId="{0FB9A32C-CC8B-4E41-B8CC-52C6DA02D911}"/>
    <dgm:cxn modelId="{ACB93FA4-5A86-4D84-9F8D-0A7F5F586A95}" type="presOf" srcId="{7FD9CF9A-7DE0-4187-82B8-1988751F7DAD}" destId="{E972367A-A3A7-46C0-8A85-EF42CBDB50AC}" srcOrd="0" destOrd="0" presId="urn:microsoft.com/office/officeart/2005/8/layout/venn1"/>
    <dgm:cxn modelId="{FFC172A6-39E2-4959-BBC7-58BEEE9777F8}" type="presOf" srcId="{307A70CC-73CC-49CB-BD49-DAD52C34A88B}" destId="{B48CEC9B-40DE-4ACB-9928-925D003BA094}" srcOrd="0" destOrd="2" presId="urn:microsoft.com/office/officeart/2005/8/layout/venn1"/>
    <dgm:cxn modelId="{6160A5C6-B15B-49A1-86D0-BEAB5635EDE5}" type="presOf" srcId="{00103C7A-BAAF-4084-9053-BB0DED407450}" destId="{0DDB807C-E578-493B-8F83-3AE0144E44BE}" srcOrd="0" destOrd="0" presId="urn:microsoft.com/office/officeart/2005/8/layout/venn1"/>
    <dgm:cxn modelId="{B50CDBCA-2DBF-42B5-A608-34AC2AAD5409}" type="presOf" srcId="{ADF07855-A673-4DCD-967F-5E18E0139985}" destId="{B48CEC9B-40DE-4ACB-9928-925D003BA094}" srcOrd="0" destOrd="0" presId="urn:microsoft.com/office/officeart/2005/8/layout/venn1"/>
    <dgm:cxn modelId="{3BDD872E-1C0D-4A1E-8F12-8E887728666D}" type="presParOf" srcId="{86088750-E55E-40BA-8E8A-6B6941D05BB4}" destId="{605F74E8-4B36-4DC9-B414-D9F0EB19FD2C}" srcOrd="0" destOrd="0" presId="urn:microsoft.com/office/officeart/2005/8/layout/venn1"/>
    <dgm:cxn modelId="{39ABC0BA-5ADE-49EF-833D-5BCF2D548542}" type="presParOf" srcId="{86088750-E55E-40BA-8E8A-6B6941D05BB4}" destId="{E972367A-A3A7-46C0-8A85-EF42CBDB50AC}" srcOrd="1" destOrd="0" presId="urn:microsoft.com/office/officeart/2005/8/layout/venn1"/>
    <dgm:cxn modelId="{8BC71377-3F17-4412-8856-AE5904133C58}" type="presParOf" srcId="{86088750-E55E-40BA-8E8A-6B6941D05BB4}" destId="{953AE543-95DF-4AB9-8312-CB91B0F1D150}" srcOrd="2" destOrd="0" presId="urn:microsoft.com/office/officeart/2005/8/layout/venn1"/>
    <dgm:cxn modelId="{8856CEC3-3D37-470C-98C6-067276EEFAD9}" type="presParOf" srcId="{86088750-E55E-40BA-8E8A-6B6941D05BB4}" destId="{0DDB807C-E578-493B-8F83-3AE0144E44BE}" srcOrd="3" destOrd="0" presId="urn:microsoft.com/office/officeart/2005/8/layout/venn1"/>
    <dgm:cxn modelId="{9123DC07-6D44-4319-8025-ECE0FAE76ED6}" type="presParOf" srcId="{86088750-E55E-40BA-8E8A-6B6941D05BB4}" destId="{2D1BC64E-0AB5-40C1-897D-C79875A16613}" srcOrd="4" destOrd="0" presId="urn:microsoft.com/office/officeart/2005/8/layout/venn1"/>
    <dgm:cxn modelId="{8845BD5E-5164-46AE-8CE4-CE86114FAF94}" type="presParOf" srcId="{86088750-E55E-40BA-8E8A-6B6941D05BB4}" destId="{355122AE-7BA8-49DD-A416-74120E3BAD2E}" srcOrd="5" destOrd="0" presId="urn:microsoft.com/office/officeart/2005/8/layout/venn1"/>
    <dgm:cxn modelId="{CA6E7B1C-5321-4B97-AF5B-DE273866F5B9}" type="presParOf" srcId="{86088750-E55E-40BA-8E8A-6B6941D05BB4}" destId="{F3406819-D308-43D7-8953-3539327E3443}" srcOrd="6" destOrd="0" presId="urn:microsoft.com/office/officeart/2005/8/layout/venn1"/>
    <dgm:cxn modelId="{5ACB74B6-D9FC-49CA-A707-B323C38E6B5D}" type="presParOf" srcId="{86088750-E55E-40BA-8E8A-6B6941D05BB4}" destId="{CE156A74-7CD3-4CD4-A774-05248E0A82F1}" srcOrd="7" destOrd="0" presId="urn:microsoft.com/office/officeart/2005/8/layout/venn1"/>
    <dgm:cxn modelId="{B111B443-3D47-4D21-AB5E-92F613BEC325}" type="presParOf" srcId="{86088750-E55E-40BA-8E8A-6B6941D05BB4}" destId="{4E4C7414-DEAD-4C67-9689-7BCC77CED565}" srcOrd="8" destOrd="0" presId="urn:microsoft.com/office/officeart/2005/8/layout/venn1"/>
    <dgm:cxn modelId="{302F4EB6-8E88-447A-A5F3-73B73222A2F5}" type="presParOf" srcId="{86088750-E55E-40BA-8E8A-6B6941D05BB4}" destId="{B48CEC9B-40DE-4ACB-9928-925D003BA094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201FEB-2817-4B3A-8DD8-7FA50F3DFF3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C6B674-1910-4772-B907-698C920124C9}">
      <dgm:prSet/>
      <dgm:spPr/>
      <dgm:t>
        <a:bodyPr/>
        <a:lstStyle/>
        <a:p>
          <a:r>
            <a:rPr lang="en-US" b="0" i="0" baseline="0"/>
            <a:t>Collect network data</a:t>
          </a:r>
          <a:endParaRPr lang="en-US"/>
        </a:p>
      </dgm:t>
    </dgm:pt>
    <dgm:pt modelId="{D3807C0B-343D-4895-8944-7D75D903974F}" type="parTrans" cxnId="{BA22B31C-6A3D-4A66-BE5F-6ED68A5CB13E}">
      <dgm:prSet/>
      <dgm:spPr/>
      <dgm:t>
        <a:bodyPr/>
        <a:lstStyle/>
        <a:p>
          <a:endParaRPr lang="en-US"/>
        </a:p>
      </dgm:t>
    </dgm:pt>
    <dgm:pt modelId="{623CEF57-FF4F-4B50-B2B5-A9F836A7079E}" type="sibTrans" cxnId="{BA22B31C-6A3D-4A66-BE5F-6ED68A5CB13E}">
      <dgm:prSet/>
      <dgm:spPr/>
      <dgm:t>
        <a:bodyPr/>
        <a:lstStyle/>
        <a:p>
          <a:endParaRPr lang="en-US"/>
        </a:p>
      </dgm:t>
    </dgm:pt>
    <dgm:pt modelId="{4C5110F9-63FA-4FCF-B625-C2F1A8732BC8}">
      <dgm:prSet/>
      <dgm:spPr/>
      <dgm:t>
        <a:bodyPr/>
        <a:lstStyle/>
        <a:p>
          <a:r>
            <a:rPr lang="en-US" b="0" i="0" baseline="0"/>
            <a:t>Learn normal device behavior (baseline)</a:t>
          </a:r>
          <a:endParaRPr lang="en-US"/>
        </a:p>
      </dgm:t>
    </dgm:pt>
    <dgm:pt modelId="{E18AC285-3C34-4C03-96DA-41650712B89B}" type="parTrans" cxnId="{4D59B04D-AC30-4DFD-8860-599307D70C71}">
      <dgm:prSet/>
      <dgm:spPr/>
      <dgm:t>
        <a:bodyPr/>
        <a:lstStyle/>
        <a:p>
          <a:endParaRPr lang="en-US"/>
        </a:p>
      </dgm:t>
    </dgm:pt>
    <dgm:pt modelId="{C7C4EC65-92A7-4538-BE70-65D5AAB2811F}" type="sibTrans" cxnId="{4D59B04D-AC30-4DFD-8860-599307D70C71}">
      <dgm:prSet/>
      <dgm:spPr/>
      <dgm:t>
        <a:bodyPr/>
        <a:lstStyle/>
        <a:p>
          <a:endParaRPr lang="en-US"/>
        </a:p>
      </dgm:t>
    </dgm:pt>
    <dgm:pt modelId="{80AD7AF0-B660-4DF5-A2E4-DFA4C5FE450B}">
      <dgm:prSet/>
      <dgm:spPr/>
      <dgm:t>
        <a:bodyPr/>
        <a:lstStyle/>
        <a:p>
          <a:r>
            <a:rPr lang="en-US" b="0" i="0" baseline="0"/>
            <a:t>Monitor real-time activity</a:t>
          </a:r>
          <a:endParaRPr lang="en-US"/>
        </a:p>
      </dgm:t>
    </dgm:pt>
    <dgm:pt modelId="{81C7A344-12CC-4D3C-AECF-A118E58A4A82}" type="parTrans" cxnId="{8A4E567E-F607-4093-A612-836693AD1C2F}">
      <dgm:prSet/>
      <dgm:spPr/>
      <dgm:t>
        <a:bodyPr/>
        <a:lstStyle/>
        <a:p>
          <a:endParaRPr lang="en-US"/>
        </a:p>
      </dgm:t>
    </dgm:pt>
    <dgm:pt modelId="{D8EDB045-1527-484C-9DE4-B871B892D9EB}" type="sibTrans" cxnId="{8A4E567E-F607-4093-A612-836693AD1C2F}">
      <dgm:prSet/>
      <dgm:spPr/>
      <dgm:t>
        <a:bodyPr/>
        <a:lstStyle/>
        <a:p>
          <a:endParaRPr lang="en-US"/>
        </a:p>
      </dgm:t>
    </dgm:pt>
    <dgm:pt modelId="{485521C8-66B4-46E4-B304-EBF1CB037500}">
      <dgm:prSet/>
      <dgm:spPr/>
      <dgm:t>
        <a:bodyPr/>
        <a:lstStyle/>
        <a:p>
          <a:r>
            <a:rPr lang="en-US" b="0" i="0" baseline="0"/>
            <a:t>Detect:</a:t>
          </a:r>
          <a:endParaRPr lang="en-US"/>
        </a:p>
      </dgm:t>
    </dgm:pt>
    <dgm:pt modelId="{F07EA9CF-7EDE-4FEA-85B5-3512664DDCFD}" type="parTrans" cxnId="{51EA6B17-A2C3-48B7-88A4-A900A3865C98}">
      <dgm:prSet/>
      <dgm:spPr/>
      <dgm:t>
        <a:bodyPr/>
        <a:lstStyle/>
        <a:p>
          <a:endParaRPr lang="en-US"/>
        </a:p>
      </dgm:t>
    </dgm:pt>
    <dgm:pt modelId="{B0338771-8BDA-408E-A392-FA6379CDFE82}" type="sibTrans" cxnId="{51EA6B17-A2C3-48B7-88A4-A900A3865C98}">
      <dgm:prSet/>
      <dgm:spPr/>
      <dgm:t>
        <a:bodyPr/>
        <a:lstStyle/>
        <a:p>
          <a:endParaRPr lang="en-US"/>
        </a:p>
      </dgm:t>
    </dgm:pt>
    <dgm:pt modelId="{586C9555-4EF3-4521-B056-E4B5766E54A4}">
      <dgm:prSet/>
      <dgm:spPr/>
      <dgm:t>
        <a:bodyPr/>
        <a:lstStyle/>
        <a:p>
          <a:r>
            <a:rPr lang="en-US" b="0" i="0" baseline="0"/>
            <a:t>Behavioral changes</a:t>
          </a:r>
          <a:endParaRPr lang="en-US"/>
        </a:p>
      </dgm:t>
    </dgm:pt>
    <dgm:pt modelId="{545535BB-DC98-4AEC-88BF-8BBBA7170457}" type="parTrans" cxnId="{09B1FE92-3683-4BD9-AC35-E7A460500078}">
      <dgm:prSet/>
      <dgm:spPr/>
      <dgm:t>
        <a:bodyPr/>
        <a:lstStyle/>
        <a:p>
          <a:endParaRPr lang="en-US"/>
        </a:p>
      </dgm:t>
    </dgm:pt>
    <dgm:pt modelId="{4D59FADD-5C87-428B-AF73-90A7755A659E}" type="sibTrans" cxnId="{09B1FE92-3683-4BD9-AC35-E7A460500078}">
      <dgm:prSet/>
      <dgm:spPr/>
      <dgm:t>
        <a:bodyPr/>
        <a:lstStyle/>
        <a:p>
          <a:endParaRPr lang="en-US"/>
        </a:p>
      </dgm:t>
    </dgm:pt>
    <dgm:pt modelId="{026576F1-FA43-4CD3-B6B3-0A2C611E9DF9}">
      <dgm:prSet/>
      <dgm:spPr/>
      <dgm:t>
        <a:bodyPr/>
        <a:lstStyle/>
        <a:p>
          <a:r>
            <a:rPr lang="en-US" b="0" i="0" baseline="0"/>
            <a:t>Policy violations</a:t>
          </a:r>
          <a:endParaRPr lang="en-US"/>
        </a:p>
      </dgm:t>
    </dgm:pt>
    <dgm:pt modelId="{C8305C36-B45B-48C7-BC4A-52891AEA375E}" type="parTrans" cxnId="{8CD6F612-FB7A-46C5-91CC-FA916D6E0BFC}">
      <dgm:prSet/>
      <dgm:spPr/>
      <dgm:t>
        <a:bodyPr/>
        <a:lstStyle/>
        <a:p>
          <a:endParaRPr lang="en-US"/>
        </a:p>
      </dgm:t>
    </dgm:pt>
    <dgm:pt modelId="{8AB0AD8B-D86B-4BFD-8A1D-5901C7DA53EC}" type="sibTrans" cxnId="{8CD6F612-FB7A-46C5-91CC-FA916D6E0BFC}">
      <dgm:prSet/>
      <dgm:spPr/>
      <dgm:t>
        <a:bodyPr/>
        <a:lstStyle/>
        <a:p>
          <a:endParaRPr lang="en-US"/>
        </a:p>
      </dgm:t>
    </dgm:pt>
    <dgm:pt modelId="{20EA19C0-DCFB-48DF-AF61-548685BDBE3F}">
      <dgm:prSet/>
      <dgm:spPr/>
      <dgm:t>
        <a:bodyPr/>
        <a:lstStyle/>
        <a:p>
          <a:r>
            <a:rPr lang="en-US" b="0" i="0" baseline="0"/>
            <a:t>Update trust score dynamically</a:t>
          </a:r>
          <a:endParaRPr lang="en-US"/>
        </a:p>
      </dgm:t>
    </dgm:pt>
    <dgm:pt modelId="{4452B4F9-D315-48A7-8034-0AAFC4B1233A}" type="parTrans" cxnId="{0DCBF38C-E902-4127-8EED-9667BC809916}">
      <dgm:prSet/>
      <dgm:spPr/>
      <dgm:t>
        <a:bodyPr/>
        <a:lstStyle/>
        <a:p>
          <a:endParaRPr lang="en-US"/>
        </a:p>
      </dgm:t>
    </dgm:pt>
    <dgm:pt modelId="{226B0621-14F3-4D9D-809B-987DDDA46BD1}" type="sibTrans" cxnId="{0DCBF38C-E902-4127-8EED-9667BC809916}">
      <dgm:prSet/>
      <dgm:spPr/>
      <dgm:t>
        <a:bodyPr/>
        <a:lstStyle/>
        <a:p>
          <a:endParaRPr lang="en-US"/>
        </a:p>
      </dgm:t>
    </dgm:pt>
    <dgm:pt modelId="{6C747970-F806-44BC-B9DB-3CAC3BCFE1C4}">
      <dgm:prSet/>
      <dgm:spPr/>
      <dgm:t>
        <a:bodyPr/>
        <a:lstStyle/>
        <a:p>
          <a:r>
            <a:rPr lang="en-US" b="0" i="0" baseline="0"/>
            <a:t>Generate alerts with explanation</a:t>
          </a:r>
          <a:endParaRPr lang="en-US"/>
        </a:p>
      </dgm:t>
    </dgm:pt>
    <dgm:pt modelId="{AC912F7B-28D9-4F0F-AF46-D4ECD083A8AF}" type="parTrans" cxnId="{22A08BF3-E04E-421E-BC42-E7489FD2BD2E}">
      <dgm:prSet/>
      <dgm:spPr/>
      <dgm:t>
        <a:bodyPr/>
        <a:lstStyle/>
        <a:p>
          <a:endParaRPr lang="en-US"/>
        </a:p>
      </dgm:t>
    </dgm:pt>
    <dgm:pt modelId="{55D760CC-7C13-4070-A51B-D1C7F846A256}" type="sibTrans" cxnId="{22A08BF3-E04E-421E-BC42-E7489FD2BD2E}">
      <dgm:prSet/>
      <dgm:spPr/>
      <dgm:t>
        <a:bodyPr/>
        <a:lstStyle/>
        <a:p>
          <a:endParaRPr lang="en-US"/>
        </a:p>
      </dgm:t>
    </dgm:pt>
    <dgm:pt modelId="{D47700A2-2FFD-4521-8BFC-05620492BBE3}" type="pres">
      <dgm:prSet presAssocID="{AE201FEB-2817-4B3A-8DD8-7FA50F3DFF3B}" presName="CompostProcess" presStyleCnt="0">
        <dgm:presLayoutVars>
          <dgm:dir/>
          <dgm:resizeHandles val="exact"/>
        </dgm:presLayoutVars>
      </dgm:prSet>
      <dgm:spPr/>
    </dgm:pt>
    <dgm:pt modelId="{1B36A698-62BA-4457-AE9B-748E11A9C8D2}" type="pres">
      <dgm:prSet presAssocID="{AE201FEB-2817-4B3A-8DD8-7FA50F3DFF3B}" presName="arrow" presStyleLbl="bgShp" presStyleIdx="0" presStyleCnt="1"/>
      <dgm:spPr/>
    </dgm:pt>
    <dgm:pt modelId="{9D8589AF-B702-48DA-B56E-7BCFE0373456}" type="pres">
      <dgm:prSet presAssocID="{AE201FEB-2817-4B3A-8DD8-7FA50F3DFF3B}" presName="linearProcess" presStyleCnt="0"/>
      <dgm:spPr/>
    </dgm:pt>
    <dgm:pt modelId="{D52720EE-A8F9-4229-A985-E20BEEC7D84E}" type="pres">
      <dgm:prSet presAssocID="{EDC6B674-1910-4772-B907-698C920124C9}" presName="textNode" presStyleLbl="node1" presStyleIdx="0" presStyleCnt="8">
        <dgm:presLayoutVars>
          <dgm:bulletEnabled val="1"/>
        </dgm:presLayoutVars>
      </dgm:prSet>
      <dgm:spPr/>
    </dgm:pt>
    <dgm:pt modelId="{101A9F04-5DC4-4EC4-A33A-17610EFA66AC}" type="pres">
      <dgm:prSet presAssocID="{623CEF57-FF4F-4B50-B2B5-A9F836A7079E}" presName="sibTrans" presStyleCnt="0"/>
      <dgm:spPr/>
    </dgm:pt>
    <dgm:pt modelId="{C7AC0912-267B-4882-B550-EC0A0C5C0268}" type="pres">
      <dgm:prSet presAssocID="{4C5110F9-63FA-4FCF-B625-C2F1A8732BC8}" presName="textNode" presStyleLbl="node1" presStyleIdx="1" presStyleCnt="8">
        <dgm:presLayoutVars>
          <dgm:bulletEnabled val="1"/>
        </dgm:presLayoutVars>
      </dgm:prSet>
      <dgm:spPr/>
    </dgm:pt>
    <dgm:pt modelId="{BB63D3EC-5EBB-41FC-B810-5211019B174D}" type="pres">
      <dgm:prSet presAssocID="{C7C4EC65-92A7-4538-BE70-65D5AAB2811F}" presName="sibTrans" presStyleCnt="0"/>
      <dgm:spPr/>
    </dgm:pt>
    <dgm:pt modelId="{26C713DE-CA62-47F6-87F6-08FA3266AAB5}" type="pres">
      <dgm:prSet presAssocID="{80AD7AF0-B660-4DF5-A2E4-DFA4C5FE450B}" presName="textNode" presStyleLbl="node1" presStyleIdx="2" presStyleCnt="8">
        <dgm:presLayoutVars>
          <dgm:bulletEnabled val="1"/>
        </dgm:presLayoutVars>
      </dgm:prSet>
      <dgm:spPr/>
    </dgm:pt>
    <dgm:pt modelId="{C5B28185-D738-4539-87D1-6E81E647F0EC}" type="pres">
      <dgm:prSet presAssocID="{D8EDB045-1527-484C-9DE4-B871B892D9EB}" presName="sibTrans" presStyleCnt="0"/>
      <dgm:spPr/>
    </dgm:pt>
    <dgm:pt modelId="{C2CCCE14-B977-400A-A7E8-295E7FC4E947}" type="pres">
      <dgm:prSet presAssocID="{485521C8-66B4-46E4-B304-EBF1CB037500}" presName="textNode" presStyleLbl="node1" presStyleIdx="3" presStyleCnt="8">
        <dgm:presLayoutVars>
          <dgm:bulletEnabled val="1"/>
        </dgm:presLayoutVars>
      </dgm:prSet>
      <dgm:spPr/>
    </dgm:pt>
    <dgm:pt modelId="{4CDD842F-BD6F-4F54-B245-469631C5F6BA}" type="pres">
      <dgm:prSet presAssocID="{B0338771-8BDA-408E-A392-FA6379CDFE82}" presName="sibTrans" presStyleCnt="0"/>
      <dgm:spPr/>
    </dgm:pt>
    <dgm:pt modelId="{92309F50-8A2B-4DE0-A613-E8E2976B1959}" type="pres">
      <dgm:prSet presAssocID="{586C9555-4EF3-4521-B056-E4B5766E54A4}" presName="textNode" presStyleLbl="node1" presStyleIdx="4" presStyleCnt="8">
        <dgm:presLayoutVars>
          <dgm:bulletEnabled val="1"/>
        </dgm:presLayoutVars>
      </dgm:prSet>
      <dgm:spPr/>
    </dgm:pt>
    <dgm:pt modelId="{94A4A08F-9ECF-4085-8E88-459742F06137}" type="pres">
      <dgm:prSet presAssocID="{4D59FADD-5C87-428B-AF73-90A7755A659E}" presName="sibTrans" presStyleCnt="0"/>
      <dgm:spPr/>
    </dgm:pt>
    <dgm:pt modelId="{105D648A-C739-437E-BC37-0ED6F56D119C}" type="pres">
      <dgm:prSet presAssocID="{026576F1-FA43-4CD3-B6B3-0A2C611E9DF9}" presName="textNode" presStyleLbl="node1" presStyleIdx="5" presStyleCnt="8">
        <dgm:presLayoutVars>
          <dgm:bulletEnabled val="1"/>
        </dgm:presLayoutVars>
      </dgm:prSet>
      <dgm:spPr/>
    </dgm:pt>
    <dgm:pt modelId="{FF93C66A-D41A-47AB-AE1F-7BE2DAA87866}" type="pres">
      <dgm:prSet presAssocID="{8AB0AD8B-D86B-4BFD-8A1D-5901C7DA53EC}" presName="sibTrans" presStyleCnt="0"/>
      <dgm:spPr/>
    </dgm:pt>
    <dgm:pt modelId="{59204895-4281-49EE-B996-DCD88BCABD4C}" type="pres">
      <dgm:prSet presAssocID="{20EA19C0-DCFB-48DF-AF61-548685BDBE3F}" presName="textNode" presStyleLbl="node1" presStyleIdx="6" presStyleCnt="8">
        <dgm:presLayoutVars>
          <dgm:bulletEnabled val="1"/>
        </dgm:presLayoutVars>
      </dgm:prSet>
      <dgm:spPr/>
    </dgm:pt>
    <dgm:pt modelId="{C9FC3637-B08B-4C4E-99BF-053ED854F0F5}" type="pres">
      <dgm:prSet presAssocID="{226B0621-14F3-4D9D-809B-987DDDA46BD1}" presName="sibTrans" presStyleCnt="0"/>
      <dgm:spPr/>
    </dgm:pt>
    <dgm:pt modelId="{4C3F5038-D586-4A8A-B2DA-FDA32D2A3D8C}" type="pres">
      <dgm:prSet presAssocID="{6C747970-F806-44BC-B9DB-3CAC3BCFE1C4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EB952908-5EDC-41C4-9B9F-8A7E0ACE2DF3}" type="presOf" srcId="{80AD7AF0-B660-4DF5-A2E4-DFA4C5FE450B}" destId="{26C713DE-CA62-47F6-87F6-08FA3266AAB5}" srcOrd="0" destOrd="0" presId="urn:microsoft.com/office/officeart/2005/8/layout/hProcess9"/>
    <dgm:cxn modelId="{8CD6F612-FB7A-46C5-91CC-FA916D6E0BFC}" srcId="{AE201FEB-2817-4B3A-8DD8-7FA50F3DFF3B}" destId="{026576F1-FA43-4CD3-B6B3-0A2C611E9DF9}" srcOrd="5" destOrd="0" parTransId="{C8305C36-B45B-48C7-BC4A-52891AEA375E}" sibTransId="{8AB0AD8B-D86B-4BFD-8A1D-5901C7DA53EC}"/>
    <dgm:cxn modelId="{51EA6B17-A2C3-48B7-88A4-A900A3865C98}" srcId="{AE201FEB-2817-4B3A-8DD8-7FA50F3DFF3B}" destId="{485521C8-66B4-46E4-B304-EBF1CB037500}" srcOrd="3" destOrd="0" parTransId="{F07EA9CF-7EDE-4FEA-85B5-3512664DDCFD}" sibTransId="{B0338771-8BDA-408E-A392-FA6379CDFE82}"/>
    <dgm:cxn modelId="{51419717-C1B3-4CA7-AE56-E3E836DC4E9E}" type="presOf" srcId="{EDC6B674-1910-4772-B907-698C920124C9}" destId="{D52720EE-A8F9-4229-A985-E20BEEC7D84E}" srcOrd="0" destOrd="0" presId="urn:microsoft.com/office/officeart/2005/8/layout/hProcess9"/>
    <dgm:cxn modelId="{880FCF19-E584-4EDF-A3C4-0D1749DB7F22}" type="presOf" srcId="{586C9555-4EF3-4521-B056-E4B5766E54A4}" destId="{92309F50-8A2B-4DE0-A613-E8E2976B1959}" srcOrd="0" destOrd="0" presId="urn:microsoft.com/office/officeart/2005/8/layout/hProcess9"/>
    <dgm:cxn modelId="{BA22B31C-6A3D-4A66-BE5F-6ED68A5CB13E}" srcId="{AE201FEB-2817-4B3A-8DD8-7FA50F3DFF3B}" destId="{EDC6B674-1910-4772-B907-698C920124C9}" srcOrd="0" destOrd="0" parTransId="{D3807C0B-343D-4895-8944-7D75D903974F}" sibTransId="{623CEF57-FF4F-4B50-B2B5-A9F836A7079E}"/>
    <dgm:cxn modelId="{9BD1E234-8E32-43F1-95A1-3660EACBB7B8}" type="presOf" srcId="{485521C8-66B4-46E4-B304-EBF1CB037500}" destId="{C2CCCE14-B977-400A-A7E8-295E7FC4E947}" srcOrd="0" destOrd="0" presId="urn:microsoft.com/office/officeart/2005/8/layout/hProcess9"/>
    <dgm:cxn modelId="{1AD3C73E-0B10-423E-A998-3422663A3A0C}" type="presOf" srcId="{026576F1-FA43-4CD3-B6B3-0A2C611E9DF9}" destId="{105D648A-C739-437E-BC37-0ED6F56D119C}" srcOrd="0" destOrd="0" presId="urn:microsoft.com/office/officeart/2005/8/layout/hProcess9"/>
    <dgm:cxn modelId="{8BBDB164-33FF-49E5-9E3D-C2EEE605576A}" type="presOf" srcId="{20EA19C0-DCFB-48DF-AF61-548685BDBE3F}" destId="{59204895-4281-49EE-B996-DCD88BCABD4C}" srcOrd="0" destOrd="0" presId="urn:microsoft.com/office/officeart/2005/8/layout/hProcess9"/>
    <dgm:cxn modelId="{4D59B04D-AC30-4DFD-8860-599307D70C71}" srcId="{AE201FEB-2817-4B3A-8DD8-7FA50F3DFF3B}" destId="{4C5110F9-63FA-4FCF-B625-C2F1A8732BC8}" srcOrd="1" destOrd="0" parTransId="{E18AC285-3C34-4C03-96DA-41650712B89B}" sibTransId="{C7C4EC65-92A7-4538-BE70-65D5AAB2811F}"/>
    <dgm:cxn modelId="{034F1B58-5FA0-4B77-8AFF-CA584BAD8F27}" type="presOf" srcId="{AE201FEB-2817-4B3A-8DD8-7FA50F3DFF3B}" destId="{D47700A2-2FFD-4521-8BFC-05620492BBE3}" srcOrd="0" destOrd="0" presId="urn:microsoft.com/office/officeart/2005/8/layout/hProcess9"/>
    <dgm:cxn modelId="{8A4E567E-F607-4093-A612-836693AD1C2F}" srcId="{AE201FEB-2817-4B3A-8DD8-7FA50F3DFF3B}" destId="{80AD7AF0-B660-4DF5-A2E4-DFA4C5FE450B}" srcOrd="2" destOrd="0" parTransId="{81C7A344-12CC-4D3C-AECF-A118E58A4A82}" sibTransId="{D8EDB045-1527-484C-9DE4-B871B892D9EB}"/>
    <dgm:cxn modelId="{0DCBF38C-E902-4127-8EED-9667BC809916}" srcId="{AE201FEB-2817-4B3A-8DD8-7FA50F3DFF3B}" destId="{20EA19C0-DCFB-48DF-AF61-548685BDBE3F}" srcOrd="6" destOrd="0" parTransId="{4452B4F9-D315-48A7-8034-0AAFC4B1233A}" sibTransId="{226B0621-14F3-4D9D-809B-987DDDA46BD1}"/>
    <dgm:cxn modelId="{09B1FE92-3683-4BD9-AC35-E7A460500078}" srcId="{AE201FEB-2817-4B3A-8DD8-7FA50F3DFF3B}" destId="{586C9555-4EF3-4521-B056-E4B5766E54A4}" srcOrd="4" destOrd="0" parTransId="{545535BB-DC98-4AEC-88BF-8BBBA7170457}" sibTransId="{4D59FADD-5C87-428B-AF73-90A7755A659E}"/>
    <dgm:cxn modelId="{845047A6-64EB-4BD8-B7FE-342F05426A92}" type="presOf" srcId="{6C747970-F806-44BC-B9DB-3CAC3BCFE1C4}" destId="{4C3F5038-D586-4A8A-B2DA-FDA32D2A3D8C}" srcOrd="0" destOrd="0" presId="urn:microsoft.com/office/officeart/2005/8/layout/hProcess9"/>
    <dgm:cxn modelId="{41202AA8-C34F-41C2-8917-521616645DA2}" type="presOf" srcId="{4C5110F9-63FA-4FCF-B625-C2F1A8732BC8}" destId="{C7AC0912-267B-4882-B550-EC0A0C5C0268}" srcOrd="0" destOrd="0" presId="urn:microsoft.com/office/officeart/2005/8/layout/hProcess9"/>
    <dgm:cxn modelId="{22A08BF3-E04E-421E-BC42-E7489FD2BD2E}" srcId="{AE201FEB-2817-4B3A-8DD8-7FA50F3DFF3B}" destId="{6C747970-F806-44BC-B9DB-3CAC3BCFE1C4}" srcOrd="7" destOrd="0" parTransId="{AC912F7B-28D9-4F0F-AF46-D4ECD083A8AF}" sibTransId="{55D760CC-7C13-4070-A51B-D1C7F846A256}"/>
    <dgm:cxn modelId="{EE87A59A-1055-4108-9D03-456302811AD0}" type="presParOf" srcId="{D47700A2-2FFD-4521-8BFC-05620492BBE3}" destId="{1B36A698-62BA-4457-AE9B-748E11A9C8D2}" srcOrd="0" destOrd="0" presId="urn:microsoft.com/office/officeart/2005/8/layout/hProcess9"/>
    <dgm:cxn modelId="{B2C6016F-00BA-4B82-8800-BC3D8CA1D18F}" type="presParOf" srcId="{D47700A2-2FFD-4521-8BFC-05620492BBE3}" destId="{9D8589AF-B702-48DA-B56E-7BCFE0373456}" srcOrd="1" destOrd="0" presId="urn:microsoft.com/office/officeart/2005/8/layout/hProcess9"/>
    <dgm:cxn modelId="{7EBB197A-237D-4967-8E15-B0DA0D494EA1}" type="presParOf" srcId="{9D8589AF-B702-48DA-B56E-7BCFE0373456}" destId="{D52720EE-A8F9-4229-A985-E20BEEC7D84E}" srcOrd="0" destOrd="0" presId="urn:microsoft.com/office/officeart/2005/8/layout/hProcess9"/>
    <dgm:cxn modelId="{0415CB64-2DD2-4787-871E-B29B8F1C69DA}" type="presParOf" srcId="{9D8589AF-B702-48DA-B56E-7BCFE0373456}" destId="{101A9F04-5DC4-4EC4-A33A-17610EFA66AC}" srcOrd="1" destOrd="0" presId="urn:microsoft.com/office/officeart/2005/8/layout/hProcess9"/>
    <dgm:cxn modelId="{841E6526-7FE0-4F06-9AC6-3E763F88B9DC}" type="presParOf" srcId="{9D8589AF-B702-48DA-B56E-7BCFE0373456}" destId="{C7AC0912-267B-4882-B550-EC0A0C5C0268}" srcOrd="2" destOrd="0" presId="urn:microsoft.com/office/officeart/2005/8/layout/hProcess9"/>
    <dgm:cxn modelId="{8AC38E6A-E46F-4B07-BA13-5394EE328251}" type="presParOf" srcId="{9D8589AF-B702-48DA-B56E-7BCFE0373456}" destId="{BB63D3EC-5EBB-41FC-B810-5211019B174D}" srcOrd="3" destOrd="0" presId="urn:microsoft.com/office/officeart/2005/8/layout/hProcess9"/>
    <dgm:cxn modelId="{86653971-411A-4C92-BAE2-C3F2A61F7CB3}" type="presParOf" srcId="{9D8589AF-B702-48DA-B56E-7BCFE0373456}" destId="{26C713DE-CA62-47F6-87F6-08FA3266AAB5}" srcOrd="4" destOrd="0" presId="urn:microsoft.com/office/officeart/2005/8/layout/hProcess9"/>
    <dgm:cxn modelId="{1983634D-AF2A-47A0-8086-8DE9B6A92B61}" type="presParOf" srcId="{9D8589AF-B702-48DA-B56E-7BCFE0373456}" destId="{C5B28185-D738-4539-87D1-6E81E647F0EC}" srcOrd="5" destOrd="0" presId="urn:microsoft.com/office/officeart/2005/8/layout/hProcess9"/>
    <dgm:cxn modelId="{665725CD-17E7-42C8-8A26-BB70383AE927}" type="presParOf" srcId="{9D8589AF-B702-48DA-B56E-7BCFE0373456}" destId="{C2CCCE14-B977-400A-A7E8-295E7FC4E947}" srcOrd="6" destOrd="0" presId="urn:microsoft.com/office/officeart/2005/8/layout/hProcess9"/>
    <dgm:cxn modelId="{E042F3A8-0FE3-4CAC-8EF3-B3900EE398B3}" type="presParOf" srcId="{9D8589AF-B702-48DA-B56E-7BCFE0373456}" destId="{4CDD842F-BD6F-4F54-B245-469631C5F6BA}" srcOrd="7" destOrd="0" presId="urn:microsoft.com/office/officeart/2005/8/layout/hProcess9"/>
    <dgm:cxn modelId="{7B93B940-38E9-44CC-9AFA-C44AA4D81838}" type="presParOf" srcId="{9D8589AF-B702-48DA-B56E-7BCFE0373456}" destId="{92309F50-8A2B-4DE0-A613-E8E2976B1959}" srcOrd="8" destOrd="0" presId="urn:microsoft.com/office/officeart/2005/8/layout/hProcess9"/>
    <dgm:cxn modelId="{4B98060C-E14C-4259-A9D4-066B098BA794}" type="presParOf" srcId="{9D8589AF-B702-48DA-B56E-7BCFE0373456}" destId="{94A4A08F-9ECF-4085-8E88-459742F06137}" srcOrd="9" destOrd="0" presId="urn:microsoft.com/office/officeart/2005/8/layout/hProcess9"/>
    <dgm:cxn modelId="{A4AD9F7C-6AE4-45CF-AE07-E42360560515}" type="presParOf" srcId="{9D8589AF-B702-48DA-B56E-7BCFE0373456}" destId="{105D648A-C739-437E-BC37-0ED6F56D119C}" srcOrd="10" destOrd="0" presId="urn:microsoft.com/office/officeart/2005/8/layout/hProcess9"/>
    <dgm:cxn modelId="{E4A2A2E3-56EF-4F37-B271-F157A3FB92D7}" type="presParOf" srcId="{9D8589AF-B702-48DA-B56E-7BCFE0373456}" destId="{FF93C66A-D41A-47AB-AE1F-7BE2DAA87866}" srcOrd="11" destOrd="0" presId="urn:microsoft.com/office/officeart/2005/8/layout/hProcess9"/>
    <dgm:cxn modelId="{F5208D36-926D-41B2-9C16-C36E08BBC199}" type="presParOf" srcId="{9D8589AF-B702-48DA-B56E-7BCFE0373456}" destId="{59204895-4281-49EE-B996-DCD88BCABD4C}" srcOrd="12" destOrd="0" presId="urn:microsoft.com/office/officeart/2005/8/layout/hProcess9"/>
    <dgm:cxn modelId="{ACFB0C19-FF30-4915-8D2D-E802BB96FD47}" type="presParOf" srcId="{9D8589AF-B702-48DA-B56E-7BCFE0373456}" destId="{C9FC3637-B08B-4C4E-99BF-053ED854F0F5}" srcOrd="13" destOrd="0" presId="urn:microsoft.com/office/officeart/2005/8/layout/hProcess9"/>
    <dgm:cxn modelId="{2C8A51D3-DD65-4F63-A41D-7DEC421563DF}" type="presParOf" srcId="{9D8589AF-B702-48DA-B56E-7BCFE0373456}" destId="{4C3F5038-D586-4A8A-B2DA-FDA32D2A3D8C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A952B-29C4-4617-8FF3-4CCDE0929AE2}">
      <dsp:nvSpPr>
        <dsp:cNvPr id="0" name=""/>
        <dsp:cNvSpPr/>
      </dsp:nvSpPr>
      <dsp:spPr>
        <a:xfrm>
          <a:off x="0" y="83806"/>
          <a:ext cx="8004748" cy="875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IoT devices are widely used in industries (healthcare, manufacturing, smart systems)</a:t>
          </a:r>
        </a:p>
      </dsp:txBody>
      <dsp:txXfrm>
        <a:off x="42722" y="126528"/>
        <a:ext cx="7919304" cy="789716"/>
      </dsp:txXfrm>
    </dsp:sp>
    <dsp:sp modelId="{073262F3-9B53-45DB-88FC-8B634C5DF04C}">
      <dsp:nvSpPr>
        <dsp:cNvPr id="0" name=""/>
        <dsp:cNvSpPr/>
      </dsp:nvSpPr>
      <dsp:spPr>
        <a:xfrm>
          <a:off x="0" y="1022326"/>
          <a:ext cx="8004748" cy="875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These devices have limited security and monitoring</a:t>
          </a:r>
        </a:p>
      </dsp:txBody>
      <dsp:txXfrm>
        <a:off x="42722" y="1065048"/>
        <a:ext cx="7919304" cy="789716"/>
      </dsp:txXfrm>
    </dsp:sp>
    <dsp:sp modelId="{27BBE441-F358-44F0-B8D8-BF4B7D1DDCB5}">
      <dsp:nvSpPr>
        <dsp:cNvPr id="0" name=""/>
        <dsp:cNvSpPr/>
      </dsp:nvSpPr>
      <dsp:spPr>
        <a:xfrm>
          <a:off x="0" y="1960846"/>
          <a:ext cx="8004748" cy="875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Existing systems: Generate high false alerts</a:t>
          </a:r>
        </a:p>
      </dsp:txBody>
      <dsp:txXfrm>
        <a:off x="42722" y="2003568"/>
        <a:ext cx="7919304" cy="789716"/>
      </dsp:txXfrm>
    </dsp:sp>
    <dsp:sp modelId="{7BA28041-195F-4E77-B08E-80F4D2EAFECD}">
      <dsp:nvSpPr>
        <dsp:cNvPr id="0" name=""/>
        <dsp:cNvSpPr/>
      </dsp:nvSpPr>
      <dsp:spPr>
        <a:xfrm>
          <a:off x="0" y="2899366"/>
          <a:ext cx="8004748" cy="875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 not explain risks clearly</a:t>
          </a:r>
        </a:p>
      </dsp:txBody>
      <dsp:txXfrm>
        <a:off x="42722" y="2942088"/>
        <a:ext cx="7919304" cy="789716"/>
      </dsp:txXfrm>
    </dsp:sp>
    <dsp:sp modelId="{FE5A8202-CA93-452B-B10E-E974E10A87D7}">
      <dsp:nvSpPr>
        <dsp:cNvPr id="0" name=""/>
        <dsp:cNvSpPr/>
      </dsp:nvSpPr>
      <dsp:spPr>
        <a:xfrm>
          <a:off x="0" y="3837886"/>
          <a:ext cx="8004748" cy="875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Major Issue: Cannot detect behavioral drift (slow changes in device behavior)</a:t>
          </a:r>
        </a:p>
      </dsp:txBody>
      <dsp:txXfrm>
        <a:off x="42722" y="3880608"/>
        <a:ext cx="7919304" cy="789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2A7BB-866C-4FFE-9BDA-D29FD5D9787C}">
      <dsp:nvSpPr>
        <dsp:cNvPr id="0" name=""/>
        <dsp:cNvSpPr/>
      </dsp:nvSpPr>
      <dsp:spPr>
        <a:xfrm>
          <a:off x="1221698" y="0"/>
          <a:ext cx="6026045" cy="602604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C29C9-0FFF-4571-9EC6-F14E5F737A3D}">
      <dsp:nvSpPr>
        <dsp:cNvPr id="0" name=""/>
        <dsp:cNvSpPr/>
      </dsp:nvSpPr>
      <dsp:spPr>
        <a:xfrm>
          <a:off x="1794173" y="572474"/>
          <a:ext cx="2350157" cy="23501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Build a system to monitor IoT device behavior continuously</a:t>
          </a:r>
        </a:p>
      </dsp:txBody>
      <dsp:txXfrm>
        <a:off x="1908898" y="687199"/>
        <a:ext cx="2120707" cy="2120707"/>
      </dsp:txXfrm>
    </dsp:sp>
    <dsp:sp modelId="{489ED926-27B2-41A2-824D-32BB83F61FF0}">
      <dsp:nvSpPr>
        <dsp:cNvPr id="0" name=""/>
        <dsp:cNvSpPr/>
      </dsp:nvSpPr>
      <dsp:spPr>
        <a:xfrm>
          <a:off x="4325112" y="572474"/>
          <a:ext cx="2350157" cy="23501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Detect: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Anomalies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Behavioral drift</a:t>
          </a:r>
        </a:p>
      </dsp:txBody>
      <dsp:txXfrm>
        <a:off x="4439837" y="687199"/>
        <a:ext cx="2120707" cy="2120707"/>
      </dsp:txXfrm>
    </dsp:sp>
    <dsp:sp modelId="{424CB8ED-DDD1-4E82-8551-282E378D04C5}">
      <dsp:nvSpPr>
        <dsp:cNvPr id="0" name=""/>
        <dsp:cNvSpPr/>
      </dsp:nvSpPr>
      <dsp:spPr>
        <a:xfrm>
          <a:off x="1794173" y="3103413"/>
          <a:ext cx="2350157" cy="23501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Assign a dynamic trust score (0–100)</a:t>
          </a:r>
        </a:p>
      </dsp:txBody>
      <dsp:txXfrm>
        <a:off x="1908898" y="3218138"/>
        <a:ext cx="2120707" cy="2120707"/>
      </dsp:txXfrm>
    </dsp:sp>
    <dsp:sp modelId="{EA8A07A4-6D15-4948-9A1C-A27CD7BA21ED}">
      <dsp:nvSpPr>
        <dsp:cNvPr id="0" name=""/>
        <dsp:cNvSpPr/>
      </dsp:nvSpPr>
      <dsp:spPr>
        <a:xfrm>
          <a:off x="4236934" y="3127314"/>
          <a:ext cx="2350157" cy="235015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Provide clear explanations for risk</a:t>
          </a:r>
        </a:p>
      </dsp:txBody>
      <dsp:txXfrm>
        <a:off x="4351659" y="3242039"/>
        <a:ext cx="2120707" cy="21207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F74E8-4B36-4DC9-B414-D9F0EB19FD2C}">
      <dsp:nvSpPr>
        <dsp:cNvPr id="0" name=""/>
        <dsp:cNvSpPr/>
      </dsp:nvSpPr>
      <dsp:spPr>
        <a:xfrm>
          <a:off x="3382655" y="1371374"/>
          <a:ext cx="1684144" cy="168414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972367A-A3A7-46C0-8A85-EF42CBDB50AC}">
      <dsp:nvSpPr>
        <dsp:cNvPr id="0" name=""/>
        <dsp:cNvSpPr/>
      </dsp:nvSpPr>
      <dsp:spPr>
        <a:xfrm>
          <a:off x="3247924" y="0"/>
          <a:ext cx="1953607" cy="113078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Our system:</a:t>
          </a:r>
        </a:p>
      </dsp:txBody>
      <dsp:txXfrm>
        <a:off x="3247924" y="0"/>
        <a:ext cx="1953607" cy="1130782"/>
      </dsp:txXfrm>
    </dsp:sp>
    <dsp:sp modelId="{953AE543-95DF-4AB9-8312-CB91B0F1D150}">
      <dsp:nvSpPr>
        <dsp:cNvPr id="0" name=""/>
        <dsp:cNvSpPr/>
      </dsp:nvSpPr>
      <dsp:spPr>
        <a:xfrm>
          <a:off x="4023304" y="1836680"/>
          <a:ext cx="1684144" cy="168414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DDB807C-E578-493B-8F83-3AE0144E44BE}">
      <dsp:nvSpPr>
        <dsp:cNvPr id="0" name=""/>
        <dsp:cNvSpPr/>
      </dsp:nvSpPr>
      <dsp:spPr>
        <a:xfrm>
          <a:off x="5841506" y="1491671"/>
          <a:ext cx="1751510" cy="12270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</a:t>
          </a:r>
          <a:r>
            <a:rPr lang="en-US" sz="1700" b="1" kern="1200"/>
            <a:t>network telemetry (no device installation needed)</a:t>
          </a:r>
          <a:endParaRPr lang="en-US" sz="1700" kern="1200"/>
        </a:p>
      </dsp:txBody>
      <dsp:txXfrm>
        <a:off x="5841506" y="1491671"/>
        <a:ext cx="1751510" cy="1227019"/>
      </dsp:txXfrm>
    </dsp:sp>
    <dsp:sp modelId="{2D1BC64E-0AB5-40C1-897D-C79875A16613}">
      <dsp:nvSpPr>
        <dsp:cNvPr id="0" name=""/>
        <dsp:cNvSpPr/>
      </dsp:nvSpPr>
      <dsp:spPr>
        <a:xfrm>
          <a:off x="3778766" y="2590214"/>
          <a:ext cx="1684144" cy="168414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55122AE-7BA8-49DD-A416-74120E3BAD2E}">
      <dsp:nvSpPr>
        <dsp:cNvPr id="0" name=""/>
        <dsp:cNvSpPr/>
      </dsp:nvSpPr>
      <dsp:spPr>
        <a:xfrm>
          <a:off x="5572043" y="3584822"/>
          <a:ext cx="1751510" cy="12270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Learns </a:t>
          </a:r>
          <a:r>
            <a:rPr lang="en-US" sz="1700" b="1" kern="1200"/>
            <a:t>normal behavior of devices</a:t>
          </a:r>
          <a:endParaRPr lang="en-US" sz="1700" kern="1200"/>
        </a:p>
      </dsp:txBody>
      <dsp:txXfrm>
        <a:off x="5572043" y="3584822"/>
        <a:ext cx="1751510" cy="1227019"/>
      </dsp:txXfrm>
    </dsp:sp>
    <dsp:sp modelId="{F3406819-D308-43D7-8953-3539327E3443}">
      <dsp:nvSpPr>
        <dsp:cNvPr id="0" name=""/>
        <dsp:cNvSpPr/>
      </dsp:nvSpPr>
      <dsp:spPr>
        <a:xfrm>
          <a:off x="2986544" y="2590214"/>
          <a:ext cx="1684144" cy="168414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E156A74-7CD3-4CD4-A774-05248E0A82F1}">
      <dsp:nvSpPr>
        <dsp:cNvPr id="0" name=""/>
        <dsp:cNvSpPr/>
      </dsp:nvSpPr>
      <dsp:spPr>
        <a:xfrm>
          <a:off x="1125901" y="3584822"/>
          <a:ext cx="1751510" cy="12270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Detects: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Sudden attacks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Gradual drift</a:t>
          </a:r>
        </a:p>
      </dsp:txBody>
      <dsp:txXfrm>
        <a:off x="1125901" y="3584822"/>
        <a:ext cx="1751510" cy="1227019"/>
      </dsp:txXfrm>
    </dsp:sp>
    <dsp:sp modelId="{4E4C7414-DEAD-4C67-9689-7BCC77CED565}">
      <dsp:nvSpPr>
        <dsp:cNvPr id="0" name=""/>
        <dsp:cNvSpPr/>
      </dsp:nvSpPr>
      <dsp:spPr>
        <a:xfrm>
          <a:off x="2742007" y="1836680"/>
          <a:ext cx="1684144" cy="168414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48CEC9B-40DE-4ACB-9928-925D003BA094}">
      <dsp:nvSpPr>
        <dsp:cNvPr id="0" name=""/>
        <dsp:cNvSpPr/>
      </dsp:nvSpPr>
      <dsp:spPr>
        <a:xfrm>
          <a:off x="856438" y="1491671"/>
          <a:ext cx="1751510" cy="12270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Generates: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Trust Score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Alerts with explanation</a:t>
          </a:r>
        </a:p>
      </dsp:txBody>
      <dsp:txXfrm>
        <a:off x="856438" y="1491671"/>
        <a:ext cx="1751510" cy="12270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6A698-62BA-4457-AE9B-748E11A9C8D2}">
      <dsp:nvSpPr>
        <dsp:cNvPr id="0" name=""/>
        <dsp:cNvSpPr/>
      </dsp:nvSpPr>
      <dsp:spPr>
        <a:xfrm>
          <a:off x="652072" y="0"/>
          <a:ext cx="7390151" cy="553137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720EE-A8F9-4229-A985-E20BEEC7D84E}">
      <dsp:nvSpPr>
        <dsp:cNvPr id="0" name=""/>
        <dsp:cNvSpPr/>
      </dsp:nvSpPr>
      <dsp:spPr>
        <a:xfrm>
          <a:off x="344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Collect network data</a:t>
          </a:r>
          <a:endParaRPr lang="en-US" sz="1100" kern="1200"/>
        </a:p>
      </dsp:txBody>
      <dsp:txXfrm>
        <a:off x="51169" y="1710236"/>
        <a:ext cx="939500" cy="2110898"/>
      </dsp:txXfrm>
    </dsp:sp>
    <dsp:sp modelId="{C7AC0912-267B-4882-B550-EC0A0C5C0268}">
      <dsp:nvSpPr>
        <dsp:cNvPr id="0" name=""/>
        <dsp:cNvSpPr/>
      </dsp:nvSpPr>
      <dsp:spPr>
        <a:xfrm>
          <a:off x="1093552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Learn normal device behavior (baseline)</a:t>
          </a:r>
          <a:endParaRPr lang="en-US" sz="1100" kern="1200"/>
        </a:p>
      </dsp:txBody>
      <dsp:txXfrm>
        <a:off x="1144377" y="1710236"/>
        <a:ext cx="939500" cy="2110898"/>
      </dsp:txXfrm>
    </dsp:sp>
    <dsp:sp modelId="{26C713DE-CA62-47F6-87F6-08FA3266AAB5}">
      <dsp:nvSpPr>
        <dsp:cNvPr id="0" name=""/>
        <dsp:cNvSpPr/>
      </dsp:nvSpPr>
      <dsp:spPr>
        <a:xfrm>
          <a:off x="2186760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Monitor real-time activity</a:t>
          </a:r>
          <a:endParaRPr lang="en-US" sz="1100" kern="1200"/>
        </a:p>
      </dsp:txBody>
      <dsp:txXfrm>
        <a:off x="2237585" y="1710236"/>
        <a:ext cx="939500" cy="2110898"/>
      </dsp:txXfrm>
    </dsp:sp>
    <dsp:sp modelId="{C2CCCE14-B977-400A-A7E8-295E7FC4E947}">
      <dsp:nvSpPr>
        <dsp:cNvPr id="0" name=""/>
        <dsp:cNvSpPr/>
      </dsp:nvSpPr>
      <dsp:spPr>
        <a:xfrm>
          <a:off x="3279968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Detect:</a:t>
          </a:r>
          <a:endParaRPr lang="en-US" sz="1100" kern="1200"/>
        </a:p>
      </dsp:txBody>
      <dsp:txXfrm>
        <a:off x="3330793" y="1710236"/>
        <a:ext cx="939500" cy="2110898"/>
      </dsp:txXfrm>
    </dsp:sp>
    <dsp:sp modelId="{92309F50-8A2B-4DE0-A613-E8E2976B1959}">
      <dsp:nvSpPr>
        <dsp:cNvPr id="0" name=""/>
        <dsp:cNvSpPr/>
      </dsp:nvSpPr>
      <dsp:spPr>
        <a:xfrm>
          <a:off x="4373176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Behavioral changes</a:t>
          </a:r>
          <a:endParaRPr lang="en-US" sz="1100" kern="1200"/>
        </a:p>
      </dsp:txBody>
      <dsp:txXfrm>
        <a:off x="4424001" y="1710236"/>
        <a:ext cx="939500" cy="2110898"/>
      </dsp:txXfrm>
    </dsp:sp>
    <dsp:sp modelId="{105D648A-C739-437E-BC37-0ED6F56D119C}">
      <dsp:nvSpPr>
        <dsp:cNvPr id="0" name=""/>
        <dsp:cNvSpPr/>
      </dsp:nvSpPr>
      <dsp:spPr>
        <a:xfrm>
          <a:off x="5466384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Policy violations</a:t>
          </a:r>
          <a:endParaRPr lang="en-US" sz="1100" kern="1200"/>
        </a:p>
      </dsp:txBody>
      <dsp:txXfrm>
        <a:off x="5517209" y="1710236"/>
        <a:ext cx="939500" cy="2110898"/>
      </dsp:txXfrm>
    </dsp:sp>
    <dsp:sp modelId="{59204895-4281-49EE-B996-DCD88BCABD4C}">
      <dsp:nvSpPr>
        <dsp:cNvPr id="0" name=""/>
        <dsp:cNvSpPr/>
      </dsp:nvSpPr>
      <dsp:spPr>
        <a:xfrm>
          <a:off x="6559592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Update trust score dynamically</a:t>
          </a:r>
          <a:endParaRPr lang="en-US" sz="1100" kern="1200"/>
        </a:p>
      </dsp:txBody>
      <dsp:txXfrm>
        <a:off x="6610417" y="1710236"/>
        <a:ext cx="939500" cy="2110898"/>
      </dsp:txXfrm>
    </dsp:sp>
    <dsp:sp modelId="{4C3F5038-D586-4A8A-B2DA-FDA32D2A3D8C}">
      <dsp:nvSpPr>
        <dsp:cNvPr id="0" name=""/>
        <dsp:cNvSpPr/>
      </dsp:nvSpPr>
      <dsp:spPr>
        <a:xfrm>
          <a:off x="7652800" y="1659411"/>
          <a:ext cx="1041150" cy="2212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Generate alerts with explanation</a:t>
          </a:r>
          <a:endParaRPr lang="en-US" sz="1100" kern="1200"/>
        </a:p>
      </dsp:txBody>
      <dsp:txXfrm>
        <a:off x="7703625" y="1710236"/>
        <a:ext cx="939500" cy="2110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64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25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82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75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68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92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22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03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51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10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7560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56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49558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7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99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33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0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5" y="565880"/>
            <a:ext cx="6600451" cy="2262781"/>
          </a:xfrm>
        </p:spPr>
        <p:txBody>
          <a:bodyPr>
            <a:normAutofit fontScale="90000"/>
          </a:bodyPr>
          <a:lstStyle/>
          <a:p>
            <a:r>
              <a:rPr dirty="0"/>
              <a:t>Dynamic Trust Scoring for Secure IoT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3651097"/>
            <a:ext cx="6600451" cy="1126283"/>
          </a:xfrm>
        </p:spPr>
        <p:txBody>
          <a:bodyPr/>
          <a:lstStyle/>
          <a:p>
            <a:r>
              <a:rPr dirty="0"/>
              <a:t>Team: Vision Vortex</a:t>
            </a:r>
          </a:p>
          <a:p>
            <a:r>
              <a:rPr dirty="0"/>
              <a:t>Manasa K B, Nandini</a:t>
            </a:r>
            <a:r>
              <a:rPr lang="en-US" dirty="0"/>
              <a:t>, Chandana A J, Indu 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4B9F94-95E7-A592-BBE7-835556F72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4748837"/>
              </p:ext>
            </p:extLst>
          </p:nvPr>
        </p:nvGraphicFramePr>
        <p:xfrm>
          <a:off x="824458" y="1753849"/>
          <a:ext cx="8004748" cy="4796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C407CD-2193-3179-82DD-EF9E55E7F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309647"/>
              </p:ext>
            </p:extLst>
          </p:nvPr>
        </p:nvGraphicFramePr>
        <p:xfrm>
          <a:off x="914400" y="1019331"/>
          <a:ext cx="8469443" cy="6026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DEA9C0-9565-EDA7-2D9E-84A263068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891966"/>
              </p:ext>
            </p:extLst>
          </p:nvPr>
        </p:nvGraphicFramePr>
        <p:xfrm>
          <a:off x="224852" y="1633929"/>
          <a:ext cx="8449456" cy="4811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096B19-3C9F-11CF-1429-A1F8A8C11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33" b="7852"/>
          <a:stretch>
            <a:fillRect/>
          </a:stretch>
        </p:blipFill>
        <p:spPr>
          <a:xfrm>
            <a:off x="207463" y="1349115"/>
            <a:ext cx="8729073" cy="5308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14E167B-D928-8C91-E45B-D486139E8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208750"/>
              </p:ext>
            </p:extLst>
          </p:nvPr>
        </p:nvGraphicFramePr>
        <p:xfrm>
          <a:off x="314793" y="1184223"/>
          <a:ext cx="8694296" cy="5531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Trust Score (0–100)</a:t>
            </a:r>
          </a:p>
          <a:p>
            <a:r>
              <a:rPr lang="en-US" dirty="0"/>
              <a:t> Detects both </a:t>
            </a:r>
            <a:r>
              <a:rPr lang="en-US" b="1" dirty="0"/>
              <a:t>sudden &amp; gradual attacks</a:t>
            </a:r>
          </a:p>
          <a:p>
            <a:r>
              <a:rPr lang="en-US" dirty="0"/>
              <a:t> Low false positives</a:t>
            </a:r>
          </a:p>
          <a:p>
            <a:r>
              <a:rPr lang="en-US" dirty="0"/>
              <a:t> Explainable results</a:t>
            </a:r>
          </a:p>
          <a:p>
            <a:r>
              <a:rPr lang="en-US" dirty="0"/>
              <a:t>Agent-less (no installation required)</a:t>
            </a:r>
          </a:p>
          <a:p>
            <a:r>
              <a:rPr lang="en-US" dirty="0"/>
              <a:t> Works with real IoT environments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Demo Includes:</a:t>
            </a:r>
          </a:p>
          <a:p>
            <a:r>
              <a:rPr lang="en-US" dirty="0"/>
              <a:t>Input dataset</a:t>
            </a:r>
          </a:p>
          <a:p>
            <a:r>
              <a:rPr lang="en-US" dirty="0"/>
              <a:t>Model execution</a:t>
            </a:r>
          </a:p>
          <a:p>
            <a:r>
              <a:rPr lang="en-US" dirty="0"/>
              <a:t>Trust score changes</a:t>
            </a:r>
          </a:p>
          <a:p>
            <a:r>
              <a:rPr lang="en-US" dirty="0"/>
              <a:t>Drift detection alerts</a:t>
            </a:r>
          </a:p>
          <a:p>
            <a:pPr marL="0" indent="0">
              <a:buNone/>
            </a:pPr>
            <a:r>
              <a:rPr lang="en-US" b="1" dirty="0"/>
              <a:t> Conclusion:</a:t>
            </a:r>
          </a:p>
          <a:p>
            <a:r>
              <a:rPr lang="en-US" dirty="0"/>
              <a:t>Provides </a:t>
            </a:r>
            <a:r>
              <a:rPr lang="en-US" b="1" dirty="0"/>
              <a:t>continuous IoT monitoring</a:t>
            </a:r>
            <a:endParaRPr lang="en-US" dirty="0"/>
          </a:p>
          <a:p>
            <a:r>
              <a:rPr lang="en-US" dirty="0"/>
              <a:t>Detects threats early</a:t>
            </a:r>
          </a:p>
          <a:p>
            <a:r>
              <a:rPr lang="en-US" dirty="0"/>
              <a:t>Helps in </a:t>
            </a:r>
            <a:r>
              <a:rPr lang="en-US" b="1" dirty="0"/>
              <a:t>better security decisions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Future scope:</a:t>
            </a:r>
          </a:p>
          <a:p>
            <a:r>
              <a:rPr lang="en-US" dirty="0"/>
              <a:t>Real-time deployment</a:t>
            </a:r>
          </a:p>
          <a:p>
            <a:r>
              <a:rPr lang="en-US" dirty="0"/>
              <a:t>Integration with IoT dashboards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62</TotalTime>
  <Words>238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Dynamic Trust Scoring for Secure IoT Networks</vt:lpstr>
      <vt:lpstr>Problem Statement</vt:lpstr>
      <vt:lpstr>Objective</vt:lpstr>
      <vt:lpstr>Proposed Solution</vt:lpstr>
      <vt:lpstr>System Architecture</vt:lpstr>
      <vt:lpstr>Workflow</vt:lpstr>
      <vt:lpstr>Key Features</vt:lpstr>
      <vt:lpstr>Demo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Chandana Jigalur</dc:creator>
  <cp:keywords/>
  <dc:description>generated using python-pptx</dc:description>
  <cp:lastModifiedBy>chandana jigalur</cp:lastModifiedBy>
  <cp:revision>3</cp:revision>
  <dcterms:created xsi:type="dcterms:W3CDTF">2013-01-27T09:14:16Z</dcterms:created>
  <dcterms:modified xsi:type="dcterms:W3CDTF">2026-03-18T08:45:00Z</dcterms:modified>
  <cp:category/>
</cp:coreProperties>
</file>